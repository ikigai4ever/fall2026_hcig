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87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294" r:id="rId15"/>
    <p:sldId id="305" r:id="rId16"/>
    <p:sldId id="307" r:id="rId17"/>
    <p:sldId id="306" r:id="rId18"/>
    <p:sldId id="303" r:id="rId19"/>
    <p:sldId id="308" r:id="rId20"/>
    <p:sldId id="310" r:id="rId21"/>
    <p:sldId id="309" r:id="rId22"/>
    <p:sldId id="304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FFC5FF"/>
    <a:srgbClr val="312F2F"/>
    <a:srgbClr val="272525"/>
    <a:srgbClr val="333131"/>
    <a:srgbClr val="2D2B2B"/>
    <a:srgbClr val="4A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fabacademy.org/2019/labs/berytech/students/nagi-abdelnour/week%2014.html" TargetMode="External"/><Relationship Id="rId7" Type="http://schemas.openxmlformats.org/officeDocument/2006/relationships/hyperlink" Target="https://www.circuitbasics.com/voltage-regulators/" TargetMode="External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6" Type="http://schemas.openxmlformats.org/officeDocument/2006/relationships/image" Target="../media/image6.png"/><Relationship Id="rId5" Type="http://schemas.openxmlformats.org/officeDocument/2006/relationships/hyperlink" Target="https://linhkienhatech.com/blogs/news/chuan-giao-tiep-spi-la-gi" TargetMode="External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image" Target="../media/image7.gif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fabacademy.org/2019/labs/berytech/students/nagi-abdelnour/week%2014.html" TargetMode="External"/><Relationship Id="rId7" Type="http://schemas.openxmlformats.org/officeDocument/2006/relationships/hyperlink" Target="https://www.circuitbasics.com/voltage-regulators/" TargetMode="External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6" Type="http://schemas.openxmlformats.org/officeDocument/2006/relationships/image" Target="../media/image6.png"/><Relationship Id="rId5" Type="http://schemas.openxmlformats.org/officeDocument/2006/relationships/hyperlink" Target="https://linhkienhatech.com/blogs/news/chuan-giao-tiep-spi-la-gi" TargetMode="External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image" Target="../media/image7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0974CA-975A-4F55-89B9-920908A798A6}" type="doc">
      <dgm:prSet loTypeId="urn:microsoft.com/office/officeart/2005/8/layout/p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9EAE20-6656-4874-96FD-81690BD2FF91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Introduction</a:t>
          </a:r>
        </a:p>
      </dgm:t>
    </dgm:pt>
    <dgm:pt modelId="{1DFFA169-09BB-4284-98C6-53FF0FC28E7F}" type="parTrans" cxnId="{AA633018-6127-404C-8902-2763B51234A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3CF3321-9D82-4267-BD1D-E99D27CA3CF6}" type="sibTrans" cxnId="{AA633018-6127-404C-8902-2763B51234A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632BA11-135F-4B66-BEBF-D70D9435E266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UART</a:t>
          </a:r>
        </a:p>
      </dgm:t>
    </dgm:pt>
    <dgm:pt modelId="{42E75D3B-545D-4789-81D0-6088D42D9136}" type="parTrans" cxnId="{5D4445B3-52EF-4EEF-8A46-FD725946E8D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824C356-3FA4-444A-94E2-7CF50F7324C4}" type="sibTrans" cxnId="{5D4445B3-52EF-4EEF-8A46-FD725946E8D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70610E2-8B12-4469-B091-F64AC370E836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SPI</a:t>
          </a:r>
        </a:p>
      </dgm:t>
    </dgm:pt>
    <dgm:pt modelId="{213CCF9E-92DE-44E2-85E2-1EE138A593AD}" type="parTrans" cxnId="{E479DE3B-B842-487C-AB88-D1131A89B70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EFB0F50-4B4E-42F1-B729-7A50FF9E62F7}" type="sibTrans" cxnId="{E479DE3B-B842-487C-AB88-D1131A89B70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AB33241-33FD-46B9-855E-61D0CE4A6AF0}">
      <dgm:prSet phldrT="[Text]" phldr="0"/>
      <dgm:spPr/>
      <dgm:t>
        <a:bodyPr/>
        <a:lstStyle/>
        <a:p>
          <a:r>
            <a:rPr lang="en-US">
              <a:solidFill>
                <a:schemeClr val="bg1"/>
              </a:solidFill>
            </a:rPr>
            <a:t>I2C</a:t>
          </a:r>
          <a:endParaRPr lang="en-US" dirty="0">
            <a:solidFill>
              <a:schemeClr val="bg1"/>
            </a:solidFill>
          </a:endParaRPr>
        </a:p>
      </dgm:t>
    </dgm:pt>
    <dgm:pt modelId="{0EAEA786-CEF9-4791-A77E-BDAD8EFAC206}" type="parTrans" cxnId="{2F2BF475-4D8C-4294-B81F-EC65AF0E6A7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FCF1FA-B53A-4837-94BF-55A5D817C0BB}" type="sibTrans" cxnId="{2F2BF475-4D8C-4294-B81F-EC65AF0E6A7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CA218C6-B270-4AA1-91BB-F05F92F59793}" type="pres">
      <dgm:prSet presAssocID="{FE0974CA-975A-4F55-89B9-920908A798A6}" presName="Name0" presStyleCnt="0">
        <dgm:presLayoutVars>
          <dgm:dir/>
          <dgm:resizeHandles val="exact"/>
        </dgm:presLayoutVars>
      </dgm:prSet>
      <dgm:spPr/>
    </dgm:pt>
    <dgm:pt modelId="{1A60AA5E-F543-4A28-B556-FC5C5B7ABA5A}" type="pres">
      <dgm:prSet presAssocID="{E69EAE20-6656-4874-96FD-81690BD2FF91}" presName="compNode" presStyleCnt="0"/>
      <dgm:spPr/>
    </dgm:pt>
    <dgm:pt modelId="{6E0EA70C-D782-4DAF-BBE5-EA1632C6DE52}" type="pres">
      <dgm:prSet presAssocID="{E69EAE20-6656-4874-96FD-81690BD2FF91}" presName="pict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 l="-11000" r="-11000"/>
          </a:stretch>
        </a:blipFill>
      </dgm:spPr>
      <dgm:extLst>
        <a:ext uri="{E40237B7-FDA0-4F09-8148-C483321AD2D9}">
          <dgm14:cNvPr xmlns:dgm14="http://schemas.microsoft.com/office/drawing/2010/diagram" id="0" name="" descr="Abstract technological connection"/>
        </a:ext>
      </dgm:extLst>
    </dgm:pt>
    <dgm:pt modelId="{34BCB3D9-9168-43A4-9F63-841AA53725FE}" type="pres">
      <dgm:prSet presAssocID="{E69EAE20-6656-4874-96FD-81690BD2FF91}" presName="textRect" presStyleLbl="revTx" presStyleIdx="0" presStyleCnt="4">
        <dgm:presLayoutVars>
          <dgm:bulletEnabled val="1"/>
        </dgm:presLayoutVars>
      </dgm:prSet>
      <dgm:spPr/>
    </dgm:pt>
    <dgm:pt modelId="{4458ACC6-7D63-459A-9C94-071D2ED8ABA0}" type="pres">
      <dgm:prSet presAssocID="{83CF3321-9D82-4267-BD1D-E99D27CA3CF6}" presName="sibTrans" presStyleLbl="sibTrans2D1" presStyleIdx="0" presStyleCnt="0"/>
      <dgm:spPr/>
    </dgm:pt>
    <dgm:pt modelId="{AC3D60C4-D6F0-4BCF-A1C0-E3DE6BF6CEA3}" type="pres">
      <dgm:prSet presAssocID="{A632BA11-135F-4B66-BEBF-D70D9435E266}" presName="compNode" presStyleCnt="0"/>
      <dgm:spPr/>
    </dgm:pt>
    <dgm:pt modelId="{188F5886-826F-413F-BD99-C8E8E949C1E8}" type="pres">
      <dgm:prSet presAssocID="{A632BA11-135F-4B66-BEBF-D70D9435E266}" presName="pictRect" presStyleLbl="node1" presStyleIdx="1" presStyleCnt="4"/>
      <dgm:spPr>
        <a:blipFill dpi="0" rotWithShape="1"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1405" t="-2226" r="-1405" b="-2226"/>
          </a:stretch>
        </a:blipFill>
      </dgm:spPr>
    </dgm:pt>
    <dgm:pt modelId="{02EEA513-76E1-403D-BEF9-1F272E85AA57}" type="pres">
      <dgm:prSet presAssocID="{A632BA11-135F-4B66-BEBF-D70D9435E266}" presName="textRect" presStyleLbl="revTx" presStyleIdx="1" presStyleCnt="4">
        <dgm:presLayoutVars>
          <dgm:bulletEnabled val="1"/>
        </dgm:presLayoutVars>
      </dgm:prSet>
      <dgm:spPr/>
    </dgm:pt>
    <dgm:pt modelId="{7E9C62C2-8E7B-4593-9136-9A3375C46C50}" type="pres">
      <dgm:prSet presAssocID="{F824C356-3FA4-444A-94E2-7CF50F7324C4}" presName="sibTrans" presStyleLbl="sibTrans2D1" presStyleIdx="0" presStyleCnt="0"/>
      <dgm:spPr/>
    </dgm:pt>
    <dgm:pt modelId="{ADAAA2D3-43EA-4789-AA58-D641E7B18D7C}" type="pres">
      <dgm:prSet presAssocID="{770610E2-8B12-4469-B091-F64AC370E836}" presName="compNode" presStyleCnt="0"/>
      <dgm:spPr/>
    </dgm:pt>
    <dgm:pt modelId="{5EE10369-D36E-4DD9-AB95-38EFF1F70B1B}" type="pres">
      <dgm:prSet presAssocID="{770610E2-8B12-4469-B091-F64AC370E836}" presName="pictRect" presStyleLbl="node1" presStyleIdx="2" presStyleCnt="4"/>
      <dgm:spPr>
        <a:blipFill dpi="0" rotWithShape="1"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118" t="-4714" r="-3118" b="-54451"/>
          </a:stretch>
        </a:blipFill>
      </dgm:spPr>
    </dgm:pt>
    <dgm:pt modelId="{34E4ACCF-41EC-4AB7-9B98-34B58C462C84}" type="pres">
      <dgm:prSet presAssocID="{770610E2-8B12-4469-B091-F64AC370E836}" presName="textRect" presStyleLbl="revTx" presStyleIdx="2" presStyleCnt="4">
        <dgm:presLayoutVars>
          <dgm:bulletEnabled val="1"/>
        </dgm:presLayoutVars>
      </dgm:prSet>
      <dgm:spPr/>
    </dgm:pt>
    <dgm:pt modelId="{17417E2F-9EA7-40A3-AC81-45C477FED5F6}" type="pres">
      <dgm:prSet presAssocID="{4EFB0F50-4B4E-42F1-B729-7A50FF9E62F7}" presName="sibTrans" presStyleLbl="sibTrans2D1" presStyleIdx="0" presStyleCnt="0"/>
      <dgm:spPr/>
    </dgm:pt>
    <dgm:pt modelId="{63D32905-0402-456E-B33C-2053489ABB49}" type="pres">
      <dgm:prSet presAssocID="{8AB33241-33FD-46B9-855E-61D0CE4A6AF0}" presName="compNode" presStyleCnt="0"/>
      <dgm:spPr/>
    </dgm:pt>
    <dgm:pt modelId="{11756E68-B24A-4F1C-B758-888DB821CE5D}" type="pres">
      <dgm:prSet presAssocID="{8AB33241-33FD-46B9-855E-61D0CE4A6AF0}" presName="pictRect" presStyleLbl="node1" presStyleIdx="3" presStyleCnt="4"/>
      <dgm:spPr>
        <a:blipFill dpi="0" rotWithShape="1"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3118" t="261" r="-3118" b="261"/>
          </a:stretch>
        </a:blipFill>
      </dgm:spPr>
    </dgm:pt>
    <dgm:pt modelId="{F024B24A-C3DB-4F63-BE4F-AA16A94974E1}" type="pres">
      <dgm:prSet presAssocID="{8AB33241-33FD-46B9-855E-61D0CE4A6AF0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FB6E9C07-08A5-4290-A397-2CC12E7E2FC9}" type="presOf" srcId="{8AB33241-33FD-46B9-855E-61D0CE4A6AF0}" destId="{F024B24A-C3DB-4F63-BE4F-AA16A94974E1}" srcOrd="0" destOrd="0" presId="urn:microsoft.com/office/officeart/2005/8/layout/pList1"/>
    <dgm:cxn modelId="{AA633018-6127-404C-8902-2763B51234A7}" srcId="{FE0974CA-975A-4F55-89B9-920908A798A6}" destId="{E69EAE20-6656-4874-96FD-81690BD2FF91}" srcOrd="0" destOrd="0" parTransId="{1DFFA169-09BB-4284-98C6-53FF0FC28E7F}" sibTransId="{83CF3321-9D82-4267-BD1D-E99D27CA3CF6}"/>
    <dgm:cxn modelId="{53E4D123-FD8B-4F70-8A48-160509C9E57B}" type="presOf" srcId="{4EFB0F50-4B4E-42F1-B729-7A50FF9E62F7}" destId="{17417E2F-9EA7-40A3-AC81-45C477FED5F6}" srcOrd="0" destOrd="0" presId="urn:microsoft.com/office/officeart/2005/8/layout/pList1"/>
    <dgm:cxn modelId="{252C3D29-920E-45D4-B720-4C31EBFF9E39}" type="presOf" srcId="{FE0974CA-975A-4F55-89B9-920908A798A6}" destId="{ECA218C6-B270-4AA1-91BB-F05F92F59793}" srcOrd="0" destOrd="0" presId="urn:microsoft.com/office/officeart/2005/8/layout/pList1"/>
    <dgm:cxn modelId="{E479DE3B-B842-487C-AB88-D1131A89B708}" srcId="{FE0974CA-975A-4F55-89B9-920908A798A6}" destId="{770610E2-8B12-4469-B091-F64AC370E836}" srcOrd="2" destOrd="0" parTransId="{213CCF9E-92DE-44E2-85E2-1EE138A593AD}" sibTransId="{4EFB0F50-4B4E-42F1-B729-7A50FF9E62F7}"/>
    <dgm:cxn modelId="{B0930861-7A50-407F-AAC5-38EA595703EC}" type="presOf" srcId="{E69EAE20-6656-4874-96FD-81690BD2FF91}" destId="{34BCB3D9-9168-43A4-9F63-841AA53725FE}" srcOrd="0" destOrd="0" presId="urn:microsoft.com/office/officeart/2005/8/layout/pList1"/>
    <dgm:cxn modelId="{2F2BF475-4D8C-4294-B81F-EC65AF0E6A7F}" srcId="{FE0974CA-975A-4F55-89B9-920908A798A6}" destId="{8AB33241-33FD-46B9-855E-61D0CE4A6AF0}" srcOrd="3" destOrd="0" parTransId="{0EAEA786-CEF9-4791-A77E-BDAD8EFAC206}" sibTransId="{9CFCF1FA-B53A-4837-94BF-55A5D817C0BB}"/>
    <dgm:cxn modelId="{AF58C580-48CC-4FA5-9E01-6AA0EF11A2F2}" type="presOf" srcId="{83CF3321-9D82-4267-BD1D-E99D27CA3CF6}" destId="{4458ACC6-7D63-459A-9C94-071D2ED8ABA0}" srcOrd="0" destOrd="0" presId="urn:microsoft.com/office/officeart/2005/8/layout/pList1"/>
    <dgm:cxn modelId="{2A836781-0837-4571-8CDA-09958E445E17}" type="presOf" srcId="{F824C356-3FA4-444A-94E2-7CF50F7324C4}" destId="{7E9C62C2-8E7B-4593-9136-9A3375C46C50}" srcOrd="0" destOrd="0" presId="urn:microsoft.com/office/officeart/2005/8/layout/pList1"/>
    <dgm:cxn modelId="{B2B704A3-43D6-46AD-8974-7002B9404F84}" type="presOf" srcId="{A632BA11-135F-4B66-BEBF-D70D9435E266}" destId="{02EEA513-76E1-403D-BEF9-1F272E85AA57}" srcOrd="0" destOrd="0" presId="urn:microsoft.com/office/officeart/2005/8/layout/pList1"/>
    <dgm:cxn modelId="{5D4445B3-52EF-4EEF-8A46-FD725946E8DF}" srcId="{FE0974CA-975A-4F55-89B9-920908A798A6}" destId="{A632BA11-135F-4B66-BEBF-D70D9435E266}" srcOrd="1" destOrd="0" parTransId="{42E75D3B-545D-4789-81D0-6088D42D9136}" sibTransId="{F824C356-3FA4-444A-94E2-7CF50F7324C4}"/>
    <dgm:cxn modelId="{264C1DED-C175-45FC-8E5B-7F8B8DA9F79C}" type="presOf" srcId="{770610E2-8B12-4469-B091-F64AC370E836}" destId="{34E4ACCF-41EC-4AB7-9B98-34B58C462C84}" srcOrd="0" destOrd="0" presId="urn:microsoft.com/office/officeart/2005/8/layout/pList1"/>
    <dgm:cxn modelId="{1C4B3FBD-1B09-4480-84B2-C56A308F92D6}" type="presParOf" srcId="{ECA218C6-B270-4AA1-91BB-F05F92F59793}" destId="{1A60AA5E-F543-4A28-B556-FC5C5B7ABA5A}" srcOrd="0" destOrd="0" presId="urn:microsoft.com/office/officeart/2005/8/layout/pList1"/>
    <dgm:cxn modelId="{9FA7C73E-0665-4AE0-9D2F-2710122A823F}" type="presParOf" srcId="{1A60AA5E-F543-4A28-B556-FC5C5B7ABA5A}" destId="{6E0EA70C-D782-4DAF-BBE5-EA1632C6DE52}" srcOrd="0" destOrd="0" presId="urn:microsoft.com/office/officeart/2005/8/layout/pList1"/>
    <dgm:cxn modelId="{4C693738-23E0-4312-9E17-B4ED4326DB81}" type="presParOf" srcId="{1A60AA5E-F543-4A28-B556-FC5C5B7ABA5A}" destId="{34BCB3D9-9168-43A4-9F63-841AA53725FE}" srcOrd="1" destOrd="0" presId="urn:microsoft.com/office/officeart/2005/8/layout/pList1"/>
    <dgm:cxn modelId="{AA6DEA79-3003-4374-8CB6-5D2A4ECE69B5}" type="presParOf" srcId="{ECA218C6-B270-4AA1-91BB-F05F92F59793}" destId="{4458ACC6-7D63-459A-9C94-071D2ED8ABA0}" srcOrd="1" destOrd="0" presId="urn:microsoft.com/office/officeart/2005/8/layout/pList1"/>
    <dgm:cxn modelId="{5B166D2E-666A-420C-BB56-5065AEE25557}" type="presParOf" srcId="{ECA218C6-B270-4AA1-91BB-F05F92F59793}" destId="{AC3D60C4-D6F0-4BCF-A1C0-E3DE6BF6CEA3}" srcOrd="2" destOrd="0" presId="urn:microsoft.com/office/officeart/2005/8/layout/pList1"/>
    <dgm:cxn modelId="{43D92D28-D1AC-463D-B86D-87F5BAD9CC5E}" type="presParOf" srcId="{AC3D60C4-D6F0-4BCF-A1C0-E3DE6BF6CEA3}" destId="{188F5886-826F-413F-BD99-C8E8E949C1E8}" srcOrd="0" destOrd="0" presId="urn:microsoft.com/office/officeart/2005/8/layout/pList1"/>
    <dgm:cxn modelId="{A11AE301-160A-40B4-B0DE-F13BB2EE046D}" type="presParOf" srcId="{AC3D60C4-D6F0-4BCF-A1C0-E3DE6BF6CEA3}" destId="{02EEA513-76E1-403D-BEF9-1F272E85AA57}" srcOrd="1" destOrd="0" presId="urn:microsoft.com/office/officeart/2005/8/layout/pList1"/>
    <dgm:cxn modelId="{72724E68-2D6E-43A6-B73C-1F11B832788A}" type="presParOf" srcId="{ECA218C6-B270-4AA1-91BB-F05F92F59793}" destId="{7E9C62C2-8E7B-4593-9136-9A3375C46C50}" srcOrd="3" destOrd="0" presId="urn:microsoft.com/office/officeart/2005/8/layout/pList1"/>
    <dgm:cxn modelId="{BC160113-D9EF-4DA4-B89B-A380D4CE97BF}" type="presParOf" srcId="{ECA218C6-B270-4AA1-91BB-F05F92F59793}" destId="{ADAAA2D3-43EA-4789-AA58-D641E7B18D7C}" srcOrd="4" destOrd="0" presId="urn:microsoft.com/office/officeart/2005/8/layout/pList1"/>
    <dgm:cxn modelId="{5FC41608-1A14-4AF1-9C24-3F8901584791}" type="presParOf" srcId="{ADAAA2D3-43EA-4789-AA58-D641E7B18D7C}" destId="{5EE10369-D36E-4DD9-AB95-38EFF1F70B1B}" srcOrd="0" destOrd="0" presId="urn:microsoft.com/office/officeart/2005/8/layout/pList1"/>
    <dgm:cxn modelId="{961357AD-88AC-4695-97AE-A7585C377984}" type="presParOf" srcId="{ADAAA2D3-43EA-4789-AA58-D641E7B18D7C}" destId="{34E4ACCF-41EC-4AB7-9B98-34B58C462C84}" srcOrd="1" destOrd="0" presId="urn:microsoft.com/office/officeart/2005/8/layout/pList1"/>
    <dgm:cxn modelId="{C186EDFA-64C3-4229-A3B0-496E58742414}" type="presParOf" srcId="{ECA218C6-B270-4AA1-91BB-F05F92F59793}" destId="{17417E2F-9EA7-40A3-AC81-45C477FED5F6}" srcOrd="5" destOrd="0" presId="urn:microsoft.com/office/officeart/2005/8/layout/pList1"/>
    <dgm:cxn modelId="{8D508386-A15D-476D-8346-B7FAAC4E3755}" type="presParOf" srcId="{ECA218C6-B270-4AA1-91BB-F05F92F59793}" destId="{63D32905-0402-456E-B33C-2053489ABB49}" srcOrd="6" destOrd="0" presId="urn:microsoft.com/office/officeart/2005/8/layout/pList1"/>
    <dgm:cxn modelId="{0C8EF69A-B811-4776-B2DE-2B58B005C546}" type="presParOf" srcId="{63D32905-0402-456E-B33C-2053489ABB49}" destId="{11756E68-B24A-4F1C-B758-888DB821CE5D}" srcOrd="0" destOrd="0" presId="urn:microsoft.com/office/officeart/2005/8/layout/pList1"/>
    <dgm:cxn modelId="{17D5C9D2-AC62-4673-902C-E74E5DBD3C48}" type="presParOf" srcId="{63D32905-0402-456E-B33C-2053489ABB49}" destId="{F024B24A-C3DB-4F63-BE4F-AA16A94974E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E8AD3F-B4E8-4CB7-A88C-D0E8DF8BFC66}" type="doc">
      <dgm:prSet loTypeId="urn:microsoft.com/office/officeart/2008/layout/CircularPictureCallout" loCatId="pictur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5BB8CD-2622-49E8-8E86-060427BCC78E}">
      <dgm:prSet/>
      <dgm:spPr/>
      <dgm:t>
        <a:bodyPr/>
        <a:lstStyle/>
        <a:p>
          <a:endParaRPr lang="en-US" dirty="0"/>
        </a:p>
      </dgm:t>
    </dgm:pt>
    <dgm:pt modelId="{F626D2A8-7DD4-49B5-BBAF-11166085DE28}" type="parTrans" cxnId="{3565F56D-24C7-4BCD-8A71-16CA80931696}">
      <dgm:prSet/>
      <dgm:spPr/>
      <dgm:t>
        <a:bodyPr/>
        <a:lstStyle/>
        <a:p>
          <a:endParaRPr lang="en-US"/>
        </a:p>
      </dgm:t>
    </dgm:pt>
    <dgm:pt modelId="{355971B7-8561-4E95-9FE5-E49ACE6829D7}" type="sibTrans" cxnId="{3565F56D-24C7-4BCD-8A71-16CA80931696}">
      <dgm:prSet/>
      <dgm:spPr>
        <a:blipFill dpi="0" rotWithShape="1">
          <a:blip xmlns:r="http://schemas.openxmlformats.org/officeDocument/2006/relationships" r:embed="rId1"/>
          <a:srcRect/>
          <a:stretch>
            <a:fillRect l="-1111" t="-2222" r="-1111" b="-2222"/>
          </a:stretch>
        </a:blipFill>
      </dgm:spPr>
      <dgm:t>
        <a:bodyPr/>
        <a:lstStyle/>
        <a:p>
          <a:endParaRPr lang="en-US"/>
        </a:p>
      </dgm:t>
    </dgm:pt>
    <dgm:pt modelId="{53F0FFA6-E39B-4520-826F-2239343837BC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 parallel communication, all the bits of data are transmitted simultaneously on separate communication lines</a:t>
          </a:r>
        </a:p>
      </dgm:t>
    </dgm:pt>
    <dgm:pt modelId="{B3C54220-A8DD-4F5F-8723-32B8D9EA78B1}" type="parTrans" cxnId="{3E529FE1-404C-4159-BD99-E4F0C6572491}">
      <dgm:prSet/>
      <dgm:spPr/>
      <dgm:t>
        <a:bodyPr/>
        <a:lstStyle/>
        <a:p>
          <a:endParaRPr lang="en-US"/>
        </a:p>
      </dgm:t>
    </dgm:pt>
    <dgm:pt modelId="{7BD0CC81-7FCD-403A-8312-ECF78322B9C2}" type="sibTrans" cxnId="{3E529FE1-404C-4159-BD99-E4F0C6572491}">
      <dgm:prSet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erial view of freeway with traffic moving both ways"/>
        </a:ext>
      </dgm:extLst>
    </dgm:pt>
    <dgm:pt modelId="{E57F8707-8C83-476A-8ABD-5295D2D6A7F7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 serial communication, the data bits are transmitted simultaneously on separate communication lines.</a:t>
          </a:r>
        </a:p>
      </dgm:t>
    </dgm:pt>
    <dgm:pt modelId="{E93E1AC6-4C25-47E5-8DDF-B179BD19C7A6}" type="parTrans" cxnId="{D256D857-41B1-48D2-9B22-C88B5ABDCBB6}">
      <dgm:prSet/>
      <dgm:spPr/>
      <dgm:t>
        <a:bodyPr/>
        <a:lstStyle/>
        <a:p>
          <a:endParaRPr lang="en-US"/>
        </a:p>
      </dgm:t>
    </dgm:pt>
    <dgm:pt modelId="{745AE899-A0F8-4B64-B45E-D32097C19A18}" type="sibTrans" cxnId="{D256D857-41B1-48D2-9B22-C88B5ABDCBB6}">
      <dgm:prSet/>
      <dgm:spPr>
        <a:blipFill dpi="0" rotWithShape="1">
          <a:blip xmlns:r="http://schemas.openxmlformats.org/officeDocument/2006/relationships" r:embed="rId3"/>
          <a:srcRect/>
          <a:stretch>
            <a:fillRect l="-68250" t="3250" r="-68250" b="-18750"/>
          </a:stretch>
        </a:blipFill>
      </dgm:spPr>
      <dgm:t>
        <a:bodyPr/>
        <a:lstStyle/>
        <a:p>
          <a:endParaRPr lang="en-US"/>
        </a:p>
      </dgm:t>
    </dgm:pt>
    <dgm:pt modelId="{391F0254-6FBA-4552-8FD8-F0B8EEF9F137}" type="pres">
      <dgm:prSet presAssocID="{C9E8AD3F-B4E8-4CB7-A88C-D0E8DF8BFC66}" presName="Name0" presStyleCnt="0">
        <dgm:presLayoutVars>
          <dgm:chMax val="7"/>
          <dgm:chPref val="7"/>
          <dgm:dir/>
        </dgm:presLayoutVars>
      </dgm:prSet>
      <dgm:spPr/>
    </dgm:pt>
    <dgm:pt modelId="{E85CC378-5B80-4BFA-AFC1-FA48A565A7AF}" type="pres">
      <dgm:prSet presAssocID="{C9E8AD3F-B4E8-4CB7-A88C-D0E8DF8BFC66}" presName="Name1" presStyleCnt="0"/>
      <dgm:spPr/>
    </dgm:pt>
    <dgm:pt modelId="{F9D32528-ECE5-4A42-9E66-37D9E25F31AB}" type="pres">
      <dgm:prSet presAssocID="{355971B7-8561-4E95-9FE5-E49ACE6829D7}" presName="picture_1" presStyleCnt="0"/>
      <dgm:spPr/>
    </dgm:pt>
    <dgm:pt modelId="{4884B488-92EE-40F8-871E-421F74F658F4}" type="pres">
      <dgm:prSet presAssocID="{355971B7-8561-4E95-9FE5-E49ACE6829D7}" presName="pictureRepeatNode" presStyleLbl="alignImgPlace1" presStyleIdx="0" presStyleCnt="3" custScaleX="101250" custScaleY="101250"/>
      <dgm:spPr>
        <a:prstGeom prst="roundRect">
          <a:avLst/>
        </a:prstGeom>
      </dgm:spPr>
    </dgm:pt>
    <dgm:pt modelId="{4EBBC7EF-9FD1-4EC3-874D-02AF0037BD1D}" type="pres">
      <dgm:prSet presAssocID="{4D5BB8CD-2622-49E8-8E86-060427BCC78E}" presName="text_1" presStyleLbl="node1" presStyleIdx="0" presStyleCnt="0">
        <dgm:presLayoutVars>
          <dgm:bulletEnabled val="1"/>
        </dgm:presLayoutVars>
      </dgm:prSet>
      <dgm:spPr/>
    </dgm:pt>
    <dgm:pt modelId="{8EC22A7A-C3DA-462A-8C08-3B1E9CCD04AA}" type="pres">
      <dgm:prSet presAssocID="{7BD0CC81-7FCD-403A-8312-ECF78322B9C2}" presName="picture_2" presStyleCnt="0"/>
      <dgm:spPr/>
    </dgm:pt>
    <dgm:pt modelId="{1722434D-B49E-4CDF-97F5-3634F088228F}" type="pres">
      <dgm:prSet presAssocID="{7BD0CC81-7FCD-403A-8312-ECF78322B9C2}" presName="pictureRepeatNode" presStyleLbl="alignImgPlace1" presStyleIdx="1" presStyleCnt="3"/>
      <dgm:spPr>
        <a:prstGeom prst="roundRect">
          <a:avLst/>
        </a:prstGeom>
      </dgm:spPr>
    </dgm:pt>
    <dgm:pt modelId="{A6A37A9A-6BA7-4A6E-8871-FD764F8D1813}" type="pres">
      <dgm:prSet presAssocID="{53F0FFA6-E39B-4520-826F-2239343837BC}" presName="line_2" presStyleLbl="parChTrans1D1" presStyleIdx="0" presStyleCnt="2"/>
      <dgm:spPr/>
    </dgm:pt>
    <dgm:pt modelId="{C1280E22-F371-47E3-8B1B-F4602864E796}" type="pres">
      <dgm:prSet presAssocID="{53F0FFA6-E39B-4520-826F-2239343837BC}" presName="textparent_2" presStyleLbl="node1" presStyleIdx="0" presStyleCnt="0"/>
      <dgm:spPr/>
    </dgm:pt>
    <dgm:pt modelId="{AF0D9716-7BF1-4D53-8762-50BF4B7550E6}" type="pres">
      <dgm:prSet presAssocID="{53F0FFA6-E39B-4520-826F-2239343837BC}" presName="text_2" presStyleLbl="revTx" presStyleIdx="0" presStyleCnt="2">
        <dgm:presLayoutVars>
          <dgm:bulletEnabled val="1"/>
        </dgm:presLayoutVars>
      </dgm:prSet>
      <dgm:spPr/>
    </dgm:pt>
    <dgm:pt modelId="{B849DD68-548C-4F3A-BDA8-7D972E4CD973}" type="pres">
      <dgm:prSet presAssocID="{745AE899-A0F8-4B64-B45E-D32097C19A18}" presName="picture_3" presStyleCnt="0"/>
      <dgm:spPr/>
    </dgm:pt>
    <dgm:pt modelId="{88CC70C7-EEFD-4C40-B274-D8812590CCDF}" type="pres">
      <dgm:prSet presAssocID="{745AE899-A0F8-4B64-B45E-D32097C19A18}" presName="pictureRepeatNode" presStyleLbl="alignImgPlace1" presStyleIdx="2" presStyleCnt="3"/>
      <dgm:spPr>
        <a:prstGeom prst="roundRect">
          <a:avLst/>
        </a:prstGeom>
      </dgm:spPr>
    </dgm:pt>
    <dgm:pt modelId="{E7E00A7C-D473-4316-ADCF-456A99D698D3}" type="pres">
      <dgm:prSet presAssocID="{E57F8707-8C83-476A-8ABD-5295D2D6A7F7}" presName="line_3" presStyleLbl="parChTrans1D1" presStyleIdx="1" presStyleCnt="2"/>
      <dgm:spPr/>
    </dgm:pt>
    <dgm:pt modelId="{ED824F9A-3B98-4053-935D-5D2E3587ED73}" type="pres">
      <dgm:prSet presAssocID="{E57F8707-8C83-476A-8ABD-5295D2D6A7F7}" presName="textparent_3" presStyleLbl="node1" presStyleIdx="0" presStyleCnt="0"/>
      <dgm:spPr/>
    </dgm:pt>
    <dgm:pt modelId="{D1FD7934-D9C9-409A-9BA7-26A271E780EB}" type="pres">
      <dgm:prSet presAssocID="{E57F8707-8C83-476A-8ABD-5295D2D6A7F7}" presName="text_3" presStyleLbl="revTx" presStyleIdx="1" presStyleCnt="2">
        <dgm:presLayoutVars>
          <dgm:bulletEnabled val="1"/>
        </dgm:presLayoutVars>
      </dgm:prSet>
      <dgm:spPr/>
    </dgm:pt>
  </dgm:ptLst>
  <dgm:cxnLst>
    <dgm:cxn modelId="{49864635-97BA-46DB-B1A9-8D5467D2A7F0}" type="presOf" srcId="{7BD0CC81-7FCD-403A-8312-ECF78322B9C2}" destId="{1722434D-B49E-4CDF-97F5-3634F088228F}" srcOrd="0" destOrd="0" presId="urn:microsoft.com/office/officeart/2008/layout/CircularPictureCallout"/>
    <dgm:cxn modelId="{3565F56D-24C7-4BCD-8A71-16CA80931696}" srcId="{C9E8AD3F-B4E8-4CB7-A88C-D0E8DF8BFC66}" destId="{4D5BB8CD-2622-49E8-8E86-060427BCC78E}" srcOrd="0" destOrd="0" parTransId="{F626D2A8-7DD4-49B5-BBAF-11166085DE28}" sibTransId="{355971B7-8561-4E95-9FE5-E49ACE6829D7}"/>
    <dgm:cxn modelId="{DBFC594E-9A1B-4F09-9809-12B30546DB18}" type="presOf" srcId="{745AE899-A0F8-4B64-B45E-D32097C19A18}" destId="{88CC70C7-EEFD-4C40-B274-D8812590CCDF}" srcOrd="0" destOrd="0" presId="urn:microsoft.com/office/officeart/2008/layout/CircularPictureCallout"/>
    <dgm:cxn modelId="{D256D857-41B1-48D2-9B22-C88B5ABDCBB6}" srcId="{C9E8AD3F-B4E8-4CB7-A88C-D0E8DF8BFC66}" destId="{E57F8707-8C83-476A-8ABD-5295D2D6A7F7}" srcOrd="2" destOrd="0" parTransId="{E93E1AC6-4C25-47E5-8DDF-B179BD19C7A6}" sibTransId="{745AE899-A0F8-4B64-B45E-D32097C19A18}"/>
    <dgm:cxn modelId="{3B429384-8A17-4F36-B263-F1577B298EBB}" type="presOf" srcId="{E57F8707-8C83-476A-8ABD-5295D2D6A7F7}" destId="{D1FD7934-D9C9-409A-9BA7-26A271E780EB}" srcOrd="0" destOrd="0" presId="urn:microsoft.com/office/officeart/2008/layout/CircularPictureCallout"/>
    <dgm:cxn modelId="{7FACD591-A796-44E6-B17C-BCC0F83E6F55}" type="presOf" srcId="{C9E8AD3F-B4E8-4CB7-A88C-D0E8DF8BFC66}" destId="{391F0254-6FBA-4552-8FD8-F0B8EEF9F137}" srcOrd="0" destOrd="0" presId="urn:microsoft.com/office/officeart/2008/layout/CircularPictureCallout"/>
    <dgm:cxn modelId="{0F6D71A7-6923-43A5-8524-CB3F369296DF}" type="presOf" srcId="{4D5BB8CD-2622-49E8-8E86-060427BCC78E}" destId="{4EBBC7EF-9FD1-4EC3-874D-02AF0037BD1D}" srcOrd="0" destOrd="0" presId="urn:microsoft.com/office/officeart/2008/layout/CircularPictureCallout"/>
    <dgm:cxn modelId="{9E3358DB-F245-4623-ABC6-874CF9287245}" type="presOf" srcId="{355971B7-8561-4E95-9FE5-E49ACE6829D7}" destId="{4884B488-92EE-40F8-871E-421F74F658F4}" srcOrd="0" destOrd="0" presId="urn:microsoft.com/office/officeart/2008/layout/CircularPictureCallout"/>
    <dgm:cxn modelId="{3E529FE1-404C-4159-BD99-E4F0C6572491}" srcId="{C9E8AD3F-B4E8-4CB7-A88C-D0E8DF8BFC66}" destId="{53F0FFA6-E39B-4520-826F-2239343837BC}" srcOrd="1" destOrd="0" parTransId="{B3C54220-A8DD-4F5F-8723-32B8D9EA78B1}" sibTransId="{7BD0CC81-7FCD-403A-8312-ECF78322B9C2}"/>
    <dgm:cxn modelId="{8D9EB4F4-DFFF-4378-955D-F8F8F32EA364}" type="presOf" srcId="{53F0FFA6-E39B-4520-826F-2239343837BC}" destId="{AF0D9716-7BF1-4D53-8762-50BF4B7550E6}" srcOrd="0" destOrd="0" presId="urn:microsoft.com/office/officeart/2008/layout/CircularPictureCallout"/>
    <dgm:cxn modelId="{2FC8AF28-C2F0-475C-9253-9DDCC63A84BE}" type="presParOf" srcId="{391F0254-6FBA-4552-8FD8-F0B8EEF9F137}" destId="{E85CC378-5B80-4BFA-AFC1-FA48A565A7AF}" srcOrd="0" destOrd="0" presId="urn:microsoft.com/office/officeart/2008/layout/CircularPictureCallout"/>
    <dgm:cxn modelId="{B3EC8B1A-7514-45B9-A7B3-91C037824175}" type="presParOf" srcId="{E85CC378-5B80-4BFA-AFC1-FA48A565A7AF}" destId="{F9D32528-ECE5-4A42-9E66-37D9E25F31AB}" srcOrd="0" destOrd="0" presId="urn:microsoft.com/office/officeart/2008/layout/CircularPictureCallout"/>
    <dgm:cxn modelId="{3A23F911-790C-4EED-95BB-A298D460B236}" type="presParOf" srcId="{F9D32528-ECE5-4A42-9E66-37D9E25F31AB}" destId="{4884B488-92EE-40F8-871E-421F74F658F4}" srcOrd="0" destOrd="0" presId="urn:microsoft.com/office/officeart/2008/layout/CircularPictureCallout"/>
    <dgm:cxn modelId="{72FAA24C-62D7-4044-83C1-E3A68AD38448}" type="presParOf" srcId="{E85CC378-5B80-4BFA-AFC1-FA48A565A7AF}" destId="{4EBBC7EF-9FD1-4EC3-874D-02AF0037BD1D}" srcOrd="1" destOrd="0" presId="urn:microsoft.com/office/officeart/2008/layout/CircularPictureCallout"/>
    <dgm:cxn modelId="{59E35A65-F923-43EA-BB72-E87E0711FB09}" type="presParOf" srcId="{E85CC378-5B80-4BFA-AFC1-FA48A565A7AF}" destId="{8EC22A7A-C3DA-462A-8C08-3B1E9CCD04AA}" srcOrd="2" destOrd="0" presId="urn:microsoft.com/office/officeart/2008/layout/CircularPictureCallout"/>
    <dgm:cxn modelId="{6A7533AF-9E84-4F60-899A-9B9BDD994D94}" type="presParOf" srcId="{8EC22A7A-C3DA-462A-8C08-3B1E9CCD04AA}" destId="{1722434D-B49E-4CDF-97F5-3634F088228F}" srcOrd="0" destOrd="0" presId="urn:microsoft.com/office/officeart/2008/layout/CircularPictureCallout"/>
    <dgm:cxn modelId="{575BC70B-D64A-430D-A718-8FBD6D200EB7}" type="presParOf" srcId="{E85CC378-5B80-4BFA-AFC1-FA48A565A7AF}" destId="{A6A37A9A-6BA7-4A6E-8871-FD764F8D1813}" srcOrd="3" destOrd="0" presId="urn:microsoft.com/office/officeart/2008/layout/CircularPictureCallout"/>
    <dgm:cxn modelId="{68A4627F-0674-4DD9-AA10-CC8FF1E90D8A}" type="presParOf" srcId="{E85CC378-5B80-4BFA-AFC1-FA48A565A7AF}" destId="{C1280E22-F371-47E3-8B1B-F4602864E796}" srcOrd="4" destOrd="0" presId="urn:microsoft.com/office/officeart/2008/layout/CircularPictureCallout"/>
    <dgm:cxn modelId="{76530966-F6F3-4FBA-A875-CE67FCC7A64D}" type="presParOf" srcId="{C1280E22-F371-47E3-8B1B-F4602864E796}" destId="{AF0D9716-7BF1-4D53-8762-50BF4B7550E6}" srcOrd="0" destOrd="0" presId="urn:microsoft.com/office/officeart/2008/layout/CircularPictureCallout"/>
    <dgm:cxn modelId="{16D0D9E0-BDD8-4D95-B980-71894F3D9EB9}" type="presParOf" srcId="{E85CC378-5B80-4BFA-AFC1-FA48A565A7AF}" destId="{B849DD68-548C-4F3A-BDA8-7D972E4CD973}" srcOrd="5" destOrd="0" presId="urn:microsoft.com/office/officeart/2008/layout/CircularPictureCallout"/>
    <dgm:cxn modelId="{03EDDACD-2815-4071-B2CD-AB6257F331CC}" type="presParOf" srcId="{B849DD68-548C-4F3A-BDA8-7D972E4CD973}" destId="{88CC70C7-EEFD-4C40-B274-D8812590CCDF}" srcOrd="0" destOrd="0" presId="urn:microsoft.com/office/officeart/2008/layout/CircularPictureCallout"/>
    <dgm:cxn modelId="{DF7B19FB-6288-46B7-A6E9-B947943FF1DF}" type="presParOf" srcId="{E85CC378-5B80-4BFA-AFC1-FA48A565A7AF}" destId="{E7E00A7C-D473-4316-ADCF-456A99D698D3}" srcOrd="6" destOrd="0" presId="urn:microsoft.com/office/officeart/2008/layout/CircularPictureCallout"/>
    <dgm:cxn modelId="{B7B3402B-DD02-48F7-A280-61FDBF7F1B11}" type="presParOf" srcId="{E85CC378-5B80-4BFA-AFC1-FA48A565A7AF}" destId="{ED824F9A-3B98-4053-935D-5D2E3587ED73}" srcOrd="7" destOrd="0" presId="urn:microsoft.com/office/officeart/2008/layout/CircularPictureCallout"/>
    <dgm:cxn modelId="{B64961EF-7511-4939-BB6C-3CE30AA3FB07}" type="presParOf" srcId="{ED824F9A-3B98-4053-935D-5D2E3587ED73}" destId="{D1FD7934-D9C9-409A-9BA7-26A271E780EB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666B3A-4A32-423C-BF10-22E60BBCFBE4}" type="doc">
      <dgm:prSet loTypeId="urn:microsoft.com/office/officeart/2005/8/layout/radial4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B2FECC1-469D-4573-A55C-D87B08A999C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</a:rPr>
            <a:t>Two Methods of Serial Communication</a:t>
          </a:r>
        </a:p>
      </dgm:t>
    </dgm:pt>
    <dgm:pt modelId="{F71CF836-69FB-4A35-8667-A681DFBC5846}" type="parTrans" cxnId="{2AF7E3F3-7E84-4763-90BB-A10CD4B2F687}">
      <dgm:prSet/>
      <dgm:spPr/>
      <dgm:t>
        <a:bodyPr/>
        <a:lstStyle/>
        <a:p>
          <a:endParaRPr lang="en-US"/>
        </a:p>
      </dgm:t>
    </dgm:pt>
    <dgm:pt modelId="{CBC318F4-F2F1-492B-BAD5-2C7E7AB03AF5}" type="sibTrans" cxnId="{2AF7E3F3-7E84-4763-90BB-A10CD4B2F687}">
      <dgm:prSet/>
      <dgm:spPr/>
      <dgm:t>
        <a:bodyPr/>
        <a:lstStyle/>
        <a:p>
          <a:endParaRPr lang="en-US"/>
        </a:p>
      </dgm:t>
    </dgm:pt>
    <dgm:pt modelId="{FFBCAFB6-9733-4DC0-97D5-D9413E92C97E}">
      <dgm:prSet/>
      <dgm:spPr>
        <a:solidFill>
          <a:srgbClr val="800080"/>
        </a:soli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Asynchronous:</a:t>
          </a:r>
        </a:p>
      </dgm:t>
    </dgm:pt>
    <dgm:pt modelId="{5EF5C531-1BB6-4790-A23E-48DEC5FE6E1A}" type="parTrans" cxnId="{DEBE9CB2-6E7C-47C1-9613-5852E7F79B1B}">
      <dgm:prSet/>
      <dgm:spPr/>
      <dgm:t>
        <a:bodyPr/>
        <a:lstStyle/>
        <a:p>
          <a:endParaRPr lang="en-US"/>
        </a:p>
      </dgm:t>
    </dgm:pt>
    <dgm:pt modelId="{209C4690-1B44-4488-BFBC-0FD9490EA6C7}" type="sibTrans" cxnId="{DEBE9CB2-6E7C-47C1-9613-5852E7F79B1B}">
      <dgm:prSet/>
      <dgm:spPr/>
      <dgm:t>
        <a:bodyPr/>
        <a:lstStyle/>
        <a:p>
          <a:endParaRPr lang="en-US"/>
        </a:p>
      </dgm:t>
    </dgm:pt>
    <dgm:pt modelId="{639860E0-4BFE-4E6C-847F-233CF3DD1DE4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Transfers single byte at a time</a:t>
          </a:r>
        </a:p>
      </dgm:t>
    </dgm:pt>
    <dgm:pt modelId="{4BD12D2F-C116-4FEA-9C47-DA775B899C17}" type="parTrans" cxnId="{E2E86FCD-B1D6-428A-9907-C494A31D64FB}">
      <dgm:prSet/>
      <dgm:spPr/>
      <dgm:t>
        <a:bodyPr/>
        <a:lstStyle/>
        <a:p>
          <a:endParaRPr lang="en-US"/>
        </a:p>
      </dgm:t>
    </dgm:pt>
    <dgm:pt modelId="{D2F02142-6784-43E5-8782-A3667F6AA480}" type="sibTrans" cxnId="{E2E86FCD-B1D6-428A-9907-C494A31D64FB}">
      <dgm:prSet/>
      <dgm:spPr/>
      <dgm:t>
        <a:bodyPr/>
        <a:lstStyle/>
        <a:p>
          <a:endParaRPr lang="en-US"/>
        </a:p>
      </dgm:t>
    </dgm:pt>
    <dgm:pt modelId="{A8081678-5A3B-47C5-A573-7A35FA692B74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No need of clock signal</a:t>
          </a:r>
        </a:p>
      </dgm:t>
    </dgm:pt>
    <dgm:pt modelId="{1D87AC6A-2E45-49EF-BC12-EFC68A8F0F5C}" type="parTrans" cxnId="{975FD2C2-8A30-4EDC-AEC9-857C8A819688}">
      <dgm:prSet/>
      <dgm:spPr/>
      <dgm:t>
        <a:bodyPr/>
        <a:lstStyle/>
        <a:p>
          <a:endParaRPr lang="en-US"/>
        </a:p>
      </dgm:t>
    </dgm:pt>
    <dgm:pt modelId="{6F170FCF-687E-413E-81AE-11B9FDFBFB5A}" type="sibTrans" cxnId="{975FD2C2-8A30-4EDC-AEC9-857C8A819688}">
      <dgm:prSet/>
      <dgm:spPr/>
      <dgm:t>
        <a:bodyPr/>
        <a:lstStyle/>
        <a:p>
          <a:endParaRPr lang="en-US"/>
        </a:p>
      </dgm:t>
    </dgm:pt>
    <dgm:pt modelId="{ED8F219B-BE4F-41DD-BED2-6E861464E4A6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Example: UART (</a:t>
          </a:r>
          <a:r>
            <a:rPr lang="en-US" u="sng" dirty="0">
              <a:solidFill>
                <a:schemeClr val="bg1"/>
              </a:solidFill>
            </a:rPr>
            <a:t>U</a:t>
          </a:r>
          <a:r>
            <a:rPr lang="en-US" dirty="0">
              <a:solidFill>
                <a:schemeClr val="bg1"/>
              </a:solidFill>
            </a:rPr>
            <a:t>niversal </a:t>
          </a:r>
          <a:r>
            <a:rPr lang="en-US" u="sng" dirty="0">
              <a:solidFill>
                <a:schemeClr val="bg1"/>
              </a:solidFill>
            </a:rPr>
            <a:t>A</a:t>
          </a:r>
          <a:r>
            <a:rPr lang="en-US" dirty="0">
              <a:solidFill>
                <a:schemeClr val="bg1"/>
              </a:solidFill>
            </a:rPr>
            <a:t>synchronous </a:t>
          </a:r>
          <a:r>
            <a:rPr lang="en-US" u="sng" dirty="0">
              <a:solidFill>
                <a:schemeClr val="bg1"/>
              </a:solidFill>
            </a:rPr>
            <a:t>R</a:t>
          </a:r>
          <a:r>
            <a:rPr lang="en-US" dirty="0">
              <a:solidFill>
                <a:schemeClr val="bg1"/>
              </a:solidFill>
            </a:rPr>
            <a:t>eceiver </a:t>
          </a:r>
          <a:r>
            <a:rPr lang="en-US" u="sng" dirty="0">
              <a:solidFill>
                <a:schemeClr val="bg1"/>
              </a:solidFill>
            </a:rPr>
            <a:t>T</a:t>
          </a:r>
          <a:r>
            <a:rPr lang="en-US" dirty="0">
              <a:solidFill>
                <a:schemeClr val="bg1"/>
              </a:solidFill>
            </a:rPr>
            <a:t>ransmitter)</a:t>
          </a:r>
        </a:p>
      </dgm:t>
    </dgm:pt>
    <dgm:pt modelId="{B520518F-1E43-4EA2-A441-8711C3D76FDE}" type="parTrans" cxnId="{30F2F6AD-5832-409A-9B2B-3E3ABC3FCFF5}">
      <dgm:prSet/>
      <dgm:spPr/>
      <dgm:t>
        <a:bodyPr/>
        <a:lstStyle/>
        <a:p>
          <a:endParaRPr lang="en-US"/>
        </a:p>
      </dgm:t>
    </dgm:pt>
    <dgm:pt modelId="{FAF084AD-46A7-4F29-84E5-B39BFC0C7F3C}" type="sibTrans" cxnId="{30F2F6AD-5832-409A-9B2B-3E3ABC3FCFF5}">
      <dgm:prSet/>
      <dgm:spPr/>
      <dgm:t>
        <a:bodyPr/>
        <a:lstStyle/>
        <a:p>
          <a:endParaRPr lang="en-US"/>
        </a:p>
      </dgm:t>
    </dgm:pt>
    <dgm:pt modelId="{471A8933-DC26-4692-93EC-736F0727BAB7}">
      <dgm:prSet/>
      <dgm:spPr>
        <a:solidFill>
          <a:srgbClr val="800080"/>
        </a:soli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Synchronous:</a:t>
          </a:r>
        </a:p>
      </dgm:t>
    </dgm:pt>
    <dgm:pt modelId="{F00E685E-A4CD-4D6A-A395-5C9BAEDCB72B}" type="parTrans" cxnId="{BFBA0C77-0680-4156-8888-740BA9C2F2B2}">
      <dgm:prSet/>
      <dgm:spPr/>
      <dgm:t>
        <a:bodyPr/>
        <a:lstStyle/>
        <a:p>
          <a:endParaRPr lang="en-US"/>
        </a:p>
      </dgm:t>
    </dgm:pt>
    <dgm:pt modelId="{2C0F3C7D-0983-4F0A-9ABC-3B4692B17F2E}" type="sibTrans" cxnId="{BFBA0C77-0680-4156-8888-740BA9C2F2B2}">
      <dgm:prSet/>
      <dgm:spPr/>
      <dgm:t>
        <a:bodyPr/>
        <a:lstStyle/>
        <a:p>
          <a:endParaRPr lang="en-US"/>
        </a:p>
      </dgm:t>
    </dgm:pt>
    <dgm:pt modelId="{424396A7-DC9B-47C9-AB9C-5B42CE40F796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Transfers a block of data (characters) at a time.</a:t>
          </a:r>
        </a:p>
      </dgm:t>
    </dgm:pt>
    <dgm:pt modelId="{BB134BF9-7EDB-4127-9050-D0439CDA80BD}" type="parTrans" cxnId="{9C44302C-E633-44EC-BA19-C41B0D4DEAD6}">
      <dgm:prSet/>
      <dgm:spPr/>
      <dgm:t>
        <a:bodyPr/>
        <a:lstStyle/>
        <a:p>
          <a:endParaRPr lang="en-US"/>
        </a:p>
      </dgm:t>
    </dgm:pt>
    <dgm:pt modelId="{A34893F0-B41B-4C41-84B0-1E1C5B858EF7}" type="sibTrans" cxnId="{9C44302C-E633-44EC-BA19-C41B0D4DEAD6}">
      <dgm:prSet/>
      <dgm:spPr/>
      <dgm:t>
        <a:bodyPr/>
        <a:lstStyle/>
        <a:p>
          <a:endParaRPr lang="en-US"/>
        </a:p>
      </dgm:t>
    </dgm:pt>
    <dgm:pt modelId="{ED8AFB2D-D5E3-4A25-9342-7919D16C5F64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Requires a clock signal</a:t>
          </a:r>
        </a:p>
      </dgm:t>
    </dgm:pt>
    <dgm:pt modelId="{2AB99B60-F668-464C-AC2D-45813325FCDE}" type="parTrans" cxnId="{52F3975D-ACD9-472C-B45E-DEB23F964BA6}">
      <dgm:prSet/>
      <dgm:spPr/>
      <dgm:t>
        <a:bodyPr/>
        <a:lstStyle/>
        <a:p>
          <a:endParaRPr lang="en-US"/>
        </a:p>
      </dgm:t>
    </dgm:pt>
    <dgm:pt modelId="{5BD21D4E-40BC-48F1-9B97-456DDF36367D}" type="sibTrans" cxnId="{52F3975D-ACD9-472C-B45E-DEB23F964BA6}">
      <dgm:prSet/>
      <dgm:spPr/>
      <dgm:t>
        <a:bodyPr/>
        <a:lstStyle/>
        <a:p>
          <a:endParaRPr lang="en-US"/>
        </a:p>
      </dgm:t>
    </dgm:pt>
    <dgm:pt modelId="{00DA3AD9-9C27-4365-BCD7-98DBF3240C1A}">
      <dgm:prSet/>
      <dgm:spPr>
        <a:solidFill>
          <a:srgbClr val="80008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Example: SPI (</a:t>
          </a:r>
          <a:r>
            <a:rPr lang="en-US" u="sng" dirty="0">
              <a:solidFill>
                <a:schemeClr val="bg1"/>
              </a:solidFill>
            </a:rPr>
            <a:t>S</a:t>
          </a:r>
          <a:r>
            <a:rPr lang="en-US" dirty="0">
              <a:solidFill>
                <a:schemeClr val="bg1"/>
              </a:solidFill>
            </a:rPr>
            <a:t>erial </a:t>
          </a:r>
          <a:r>
            <a:rPr lang="en-US" u="sng" dirty="0">
              <a:solidFill>
                <a:schemeClr val="bg1"/>
              </a:solidFill>
            </a:rPr>
            <a:t>P</a:t>
          </a:r>
          <a:r>
            <a:rPr lang="en-US" dirty="0">
              <a:solidFill>
                <a:schemeClr val="bg1"/>
              </a:solidFill>
            </a:rPr>
            <a:t>eripheral </a:t>
          </a:r>
          <a:r>
            <a:rPr lang="en-US" u="sng" dirty="0">
              <a:solidFill>
                <a:schemeClr val="bg1"/>
              </a:solidFill>
            </a:rPr>
            <a:t>I</a:t>
          </a:r>
          <a:r>
            <a:rPr lang="en-US" dirty="0">
              <a:solidFill>
                <a:schemeClr val="bg1"/>
              </a:solidFill>
            </a:rPr>
            <a:t>nterface), I2C (</a:t>
          </a:r>
          <a:r>
            <a:rPr lang="en-US" u="sng" dirty="0">
              <a:solidFill>
                <a:schemeClr val="bg1"/>
              </a:solidFill>
            </a:rPr>
            <a:t>I</a:t>
          </a:r>
          <a:r>
            <a:rPr lang="en-US" dirty="0">
              <a:solidFill>
                <a:schemeClr val="bg1"/>
              </a:solidFill>
            </a:rPr>
            <a:t>nter </a:t>
          </a:r>
          <a:r>
            <a:rPr lang="en-US" u="sng" dirty="0">
              <a:solidFill>
                <a:schemeClr val="bg1"/>
              </a:solidFill>
            </a:rPr>
            <a:t>I</a:t>
          </a:r>
          <a:r>
            <a:rPr lang="en-US" dirty="0">
              <a:solidFill>
                <a:schemeClr val="bg1"/>
              </a:solidFill>
            </a:rPr>
            <a:t>ntegrated </a:t>
          </a:r>
          <a:r>
            <a:rPr lang="en-US" u="sng">
              <a:solidFill>
                <a:schemeClr val="bg1"/>
              </a:solidFill>
            </a:rPr>
            <a:t>C</a:t>
          </a:r>
          <a:r>
            <a:rPr lang="en-US">
              <a:solidFill>
                <a:schemeClr val="bg1"/>
              </a:solidFill>
            </a:rPr>
            <a:t>ircuit).</a:t>
          </a:r>
          <a:endParaRPr lang="en-US" dirty="0">
            <a:solidFill>
              <a:schemeClr val="bg1"/>
            </a:solidFill>
          </a:endParaRPr>
        </a:p>
      </dgm:t>
    </dgm:pt>
    <dgm:pt modelId="{45D434BF-2F42-483A-8108-1C477264A4C7}" type="parTrans" cxnId="{455D6670-19EE-42FE-A0FF-DF3FB27840FE}">
      <dgm:prSet/>
      <dgm:spPr/>
      <dgm:t>
        <a:bodyPr/>
        <a:lstStyle/>
        <a:p>
          <a:endParaRPr lang="en-US"/>
        </a:p>
      </dgm:t>
    </dgm:pt>
    <dgm:pt modelId="{6DB87D63-2ED9-4B21-ADFC-DC8281529F65}" type="sibTrans" cxnId="{455D6670-19EE-42FE-A0FF-DF3FB27840FE}">
      <dgm:prSet/>
      <dgm:spPr/>
      <dgm:t>
        <a:bodyPr/>
        <a:lstStyle/>
        <a:p>
          <a:endParaRPr lang="en-US"/>
        </a:p>
      </dgm:t>
    </dgm:pt>
    <dgm:pt modelId="{44CCCEAF-10E1-4B6D-8CDD-2BA01D56F8AF}" type="pres">
      <dgm:prSet presAssocID="{C2666B3A-4A32-423C-BF10-22E60BBCFBE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E8B4C76-CD77-43A3-A906-1EE81B01758E}" type="pres">
      <dgm:prSet presAssocID="{7B2FECC1-469D-4573-A55C-D87B08A999C0}" presName="centerShape" presStyleLbl="node0" presStyleIdx="0" presStyleCnt="1" custLinFactNeighborX="-1381" custLinFactNeighborY="-21595"/>
      <dgm:spPr/>
    </dgm:pt>
    <dgm:pt modelId="{28244B4C-A429-4516-80E0-828823344BB9}" type="pres">
      <dgm:prSet presAssocID="{5EF5C531-1BB6-4790-A23E-48DEC5FE6E1A}" presName="parTrans" presStyleLbl="bgSibTrans2D1" presStyleIdx="0" presStyleCnt="2"/>
      <dgm:spPr/>
    </dgm:pt>
    <dgm:pt modelId="{DAC80A34-5CDB-4806-99B8-086A7F29C0B4}" type="pres">
      <dgm:prSet presAssocID="{FFBCAFB6-9733-4DC0-97D5-D9413E92C97E}" presName="node" presStyleLbl="node1" presStyleIdx="0" presStyleCnt="2" custRadScaleRad="95091" custRadScaleInc="-40072">
        <dgm:presLayoutVars>
          <dgm:bulletEnabled val="1"/>
        </dgm:presLayoutVars>
      </dgm:prSet>
      <dgm:spPr/>
    </dgm:pt>
    <dgm:pt modelId="{A3A9B0D3-A511-418D-BFE2-6093E08EAF5E}" type="pres">
      <dgm:prSet presAssocID="{F00E685E-A4CD-4D6A-A395-5C9BAEDCB72B}" presName="parTrans" presStyleLbl="bgSibTrans2D1" presStyleIdx="1" presStyleCnt="2"/>
      <dgm:spPr/>
    </dgm:pt>
    <dgm:pt modelId="{2AEC7E12-41D2-45FE-8330-74B4D617075C}" type="pres">
      <dgm:prSet presAssocID="{471A8933-DC26-4692-93EC-736F0727BAB7}" presName="node" presStyleLbl="node1" presStyleIdx="1" presStyleCnt="2" custRadScaleRad="89786" custRadScaleInc="40327">
        <dgm:presLayoutVars>
          <dgm:bulletEnabled val="1"/>
        </dgm:presLayoutVars>
      </dgm:prSet>
      <dgm:spPr/>
    </dgm:pt>
  </dgm:ptLst>
  <dgm:cxnLst>
    <dgm:cxn modelId="{F4D53202-1DFC-45C1-AC9A-82A3E3F58587}" type="presOf" srcId="{7B2FECC1-469D-4573-A55C-D87B08A999C0}" destId="{9E8B4C76-CD77-43A3-A906-1EE81B01758E}" srcOrd="0" destOrd="0" presId="urn:microsoft.com/office/officeart/2005/8/layout/radial4"/>
    <dgm:cxn modelId="{1A683C10-32E5-4205-901C-66CBF7D9E3F3}" type="presOf" srcId="{ED8F219B-BE4F-41DD-BED2-6E861464E4A6}" destId="{DAC80A34-5CDB-4806-99B8-086A7F29C0B4}" srcOrd="0" destOrd="3" presId="urn:microsoft.com/office/officeart/2005/8/layout/radial4"/>
    <dgm:cxn modelId="{9C44302C-E633-44EC-BA19-C41B0D4DEAD6}" srcId="{471A8933-DC26-4692-93EC-736F0727BAB7}" destId="{424396A7-DC9B-47C9-AB9C-5B42CE40F796}" srcOrd="0" destOrd="0" parTransId="{BB134BF9-7EDB-4127-9050-D0439CDA80BD}" sibTransId="{A34893F0-B41B-4C41-84B0-1E1C5B858EF7}"/>
    <dgm:cxn modelId="{F6DF0033-5C6F-4ED4-9C61-852F3829C839}" type="presOf" srcId="{471A8933-DC26-4692-93EC-736F0727BAB7}" destId="{2AEC7E12-41D2-45FE-8330-74B4D617075C}" srcOrd="0" destOrd="0" presId="urn:microsoft.com/office/officeart/2005/8/layout/radial4"/>
    <dgm:cxn modelId="{52F3975D-ACD9-472C-B45E-DEB23F964BA6}" srcId="{471A8933-DC26-4692-93EC-736F0727BAB7}" destId="{ED8AFB2D-D5E3-4A25-9342-7919D16C5F64}" srcOrd="1" destOrd="0" parTransId="{2AB99B60-F668-464C-AC2D-45813325FCDE}" sibTransId="{5BD21D4E-40BC-48F1-9B97-456DDF36367D}"/>
    <dgm:cxn modelId="{2B03E043-E617-46A9-9DE1-7BCD68CD293A}" type="presOf" srcId="{424396A7-DC9B-47C9-AB9C-5B42CE40F796}" destId="{2AEC7E12-41D2-45FE-8330-74B4D617075C}" srcOrd="0" destOrd="1" presId="urn:microsoft.com/office/officeart/2005/8/layout/radial4"/>
    <dgm:cxn modelId="{455D6670-19EE-42FE-A0FF-DF3FB27840FE}" srcId="{471A8933-DC26-4692-93EC-736F0727BAB7}" destId="{00DA3AD9-9C27-4365-BCD7-98DBF3240C1A}" srcOrd="2" destOrd="0" parTransId="{45D434BF-2F42-483A-8108-1C477264A4C7}" sibTransId="{6DB87D63-2ED9-4B21-ADFC-DC8281529F65}"/>
    <dgm:cxn modelId="{E668F971-3E73-4C15-92D4-5C3F5C532B0B}" type="presOf" srcId="{A8081678-5A3B-47C5-A573-7A35FA692B74}" destId="{DAC80A34-5CDB-4806-99B8-086A7F29C0B4}" srcOrd="0" destOrd="2" presId="urn:microsoft.com/office/officeart/2005/8/layout/radial4"/>
    <dgm:cxn modelId="{BFBA0C77-0680-4156-8888-740BA9C2F2B2}" srcId="{7B2FECC1-469D-4573-A55C-D87B08A999C0}" destId="{471A8933-DC26-4692-93EC-736F0727BAB7}" srcOrd="1" destOrd="0" parTransId="{F00E685E-A4CD-4D6A-A395-5C9BAEDCB72B}" sibTransId="{2C0F3C7D-0983-4F0A-9ABC-3B4692B17F2E}"/>
    <dgm:cxn modelId="{E7224779-FCAF-4D0C-84D2-A1976FC72448}" type="presOf" srcId="{00DA3AD9-9C27-4365-BCD7-98DBF3240C1A}" destId="{2AEC7E12-41D2-45FE-8330-74B4D617075C}" srcOrd="0" destOrd="3" presId="urn:microsoft.com/office/officeart/2005/8/layout/radial4"/>
    <dgm:cxn modelId="{3B0E118B-E5E4-48BE-8B07-D97AF7BA0022}" type="presOf" srcId="{639860E0-4BFE-4E6C-847F-233CF3DD1DE4}" destId="{DAC80A34-5CDB-4806-99B8-086A7F29C0B4}" srcOrd="0" destOrd="1" presId="urn:microsoft.com/office/officeart/2005/8/layout/radial4"/>
    <dgm:cxn modelId="{63A12F8E-7E2A-43C6-B1EA-58EDF7952853}" type="presOf" srcId="{F00E685E-A4CD-4D6A-A395-5C9BAEDCB72B}" destId="{A3A9B0D3-A511-418D-BFE2-6093E08EAF5E}" srcOrd="0" destOrd="0" presId="urn:microsoft.com/office/officeart/2005/8/layout/radial4"/>
    <dgm:cxn modelId="{30F2F6AD-5832-409A-9B2B-3E3ABC3FCFF5}" srcId="{FFBCAFB6-9733-4DC0-97D5-D9413E92C97E}" destId="{ED8F219B-BE4F-41DD-BED2-6E861464E4A6}" srcOrd="2" destOrd="0" parTransId="{B520518F-1E43-4EA2-A441-8711C3D76FDE}" sibTransId="{FAF084AD-46A7-4F29-84E5-B39BFC0C7F3C}"/>
    <dgm:cxn modelId="{DEBE9CB2-6E7C-47C1-9613-5852E7F79B1B}" srcId="{7B2FECC1-469D-4573-A55C-D87B08A999C0}" destId="{FFBCAFB6-9733-4DC0-97D5-D9413E92C97E}" srcOrd="0" destOrd="0" parTransId="{5EF5C531-1BB6-4790-A23E-48DEC5FE6E1A}" sibTransId="{209C4690-1B44-4488-BFBC-0FD9490EA6C7}"/>
    <dgm:cxn modelId="{2CCE8EB8-62A4-4E0A-A1BE-650B40A857ED}" type="presOf" srcId="{C2666B3A-4A32-423C-BF10-22E60BBCFBE4}" destId="{44CCCEAF-10E1-4B6D-8CDD-2BA01D56F8AF}" srcOrd="0" destOrd="0" presId="urn:microsoft.com/office/officeart/2005/8/layout/radial4"/>
    <dgm:cxn modelId="{975FD2C2-8A30-4EDC-AEC9-857C8A819688}" srcId="{FFBCAFB6-9733-4DC0-97D5-D9413E92C97E}" destId="{A8081678-5A3B-47C5-A573-7A35FA692B74}" srcOrd="1" destOrd="0" parTransId="{1D87AC6A-2E45-49EF-BC12-EFC68A8F0F5C}" sibTransId="{6F170FCF-687E-413E-81AE-11B9FDFBFB5A}"/>
    <dgm:cxn modelId="{E2E86FCD-B1D6-428A-9907-C494A31D64FB}" srcId="{FFBCAFB6-9733-4DC0-97D5-D9413E92C97E}" destId="{639860E0-4BFE-4E6C-847F-233CF3DD1DE4}" srcOrd="0" destOrd="0" parTransId="{4BD12D2F-C116-4FEA-9C47-DA775B899C17}" sibTransId="{D2F02142-6784-43E5-8782-A3667F6AA480}"/>
    <dgm:cxn modelId="{78B7DACF-E440-4CEA-A7A6-AD023F3506D4}" type="presOf" srcId="{ED8AFB2D-D5E3-4A25-9342-7919D16C5F64}" destId="{2AEC7E12-41D2-45FE-8330-74B4D617075C}" srcOrd="0" destOrd="2" presId="urn:microsoft.com/office/officeart/2005/8/layout/radial4"/>
    <dgm:cxn modelId="{EF5D0AE5-760D-4AD7-8FCF-C5B683870C19}" type="presOf" srcId="{5EF5C531-1BB6-4790-A23E-48DEC5FE6E1A}" destId="{28244B4C-A429-4516-80E0-828823344BB9}" srcOrd="0" destOrd="0" presId="urn:microsoft.com/office/officeart/2005/8/layout/radial4"/>
    <dgm:cxn modelId="{6618FEF2-A4EF-4F83-B890-B2B76DFB8537}" type="presOf" srcId="{FFBCAFB6-9733-4DC0-97D5-D9413E92C97E}" destId="{DAC80A34-5CDB-4806-99B8-086A7F29C0B4}" srcOrd="0" destOrd="0" presId="urn:microsoft.com/office/officeart/2005/8/layout/radial4"/>
    <dgm:cxn modelId="{2AF7E3F3-7E84-4763-90BB-A10CD4B2F687}" srcId="{C2666B3A-4A32-423C-BF10-22E60BBCFBE4}" destId="{7B2FECC1-469D-4573-A55C-D87B08A999C0}" srcOrd="0" destOrd="0" parTransId="{F71CF836-69FB-4A35-8667-A681DFBC5846}" sibTransId="{CBC318F4-F2F1-492B-BAD5-2C7E7AB03AF5}"/>
    <dgm:cxn modelId="{DB5E1248-B549-4898-93C0-F7E0ECABA943}" type="presParOf" srcId="{44CCCEAF-10E1-4B6D-8CDD-2BA01D56F8AF}" destId="{9E8B4C76-CD77-43A3-A906-1EE81B01758E}" srcOrd="0" destOrd="0" presId="urn:microsoft.com/office/officeart/2005/8/layout/radial4"/>
    <dgm:cxn modelId="{8BAB851D-5E1B-4017-85C3-326E97B88EFC}" type="presParOf" srcId="{44CCCEAF-10E1-4B6D-8CDD-2BA01D56F8AF}" destId="{28244B4C-A429-4516-80E0-828823344BB9}" srcOrd="1" destOrd="0" presId="urn:microsoft.com/office/officeart/2005/8/layout/radial4"/>
    <dgm:cxn modelId="{65D04C30-FCFC-4B62-A6D6-58788EEF9893}" type="presParOf" srcId="{44CCCEAF-10E1-4B6D-8CDD-2BA01D56F8AF}" destId="{DAC80A34-5CDB-4806-99B8-086A7F29C0B4}" srcOrd="2" destOrd="0" presId="urn:microsoft.com/office/officeart/2005/8/layout/radial4"/>
    <dgm:cxn modelId="{CAE38FF3-AB84-4E23-AECB-84A278A44365}" type="presParOf" srcId="{44CCCEAF-10E1-4B6D-8CDD-2BA01D56F8AF}" destId="{A3A9B0D3-A511-418D-BFE2-6093E08EAF5E}" srcOrd="3" destOrd="0" presId="urn:microsoft.com/office/officeart/2005/8/layout/radial4"/>
    <dgm:cxn modelId="{33F8C789-C56D-4983-815C-A7CBBEF86841}" type="presParOf" srcId="{44CCCEAF-10E1-4B6D-8CDD-2BA01D56F8AF}" destId="{2AEC7E12-41D2-45FE-8330-74B4D617075C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3E2489-2B51-49CC-A08D-AE9C12B05BBF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2614E4-3231-46B7-92E3-0A90CE8CF474}">
      <dgm:prSet phldrT="[Tex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Slave Clock Pin (SCLK)</a:t>
          </a:r>
        </a:p>
      </dgm:t>
    </dgm:pt>
    <dgm:pt modelId="{EFD457F9-A359-4F0E-85B3-C73EE3D6A8EC}" type="parTrans" cxnId="{43884BF3-B8F4-4167-AE34-A8BE22A346AF}">
      <dgm:prSet/>
      <dgm:spPr/>
      <dgm:t>
        <a:bodyPr/>
        <a:lstStyle/>
        <a:p>
          <a:endParaRPr lang="en-US"/>
        </a:p>
      </dgm:t>
    </dgm:pt>
    <dgm:pt modelId="{F0B48CAF-1B07-4300-8C7A-D782CCC51D43}" type="sibTrans" cxnId="{43884BF3-B8F4-4167-AE34-A8BE22A346AF}">
      <dgm:prSet/>
      <dgm:spPr/>
      <dgm:t>
        <a:bodyPr/>
        <a:lstStyle/>
        <a:p>
          <a:endParaRPr lang="en-US"/>
        </a:p>
      </dgm:t>
    </dgm:pt>
    <dgm:pt modelId="{63E35FB5-4CC1-4DE2-AC8D-8115C6C0FDEF}">
      <dgm:prSet/>
      <dgm:spPr>
        <a:solidFill>
          <a:srgbClr val="800080"/>
        </a:solidFill>
      </dgm:spPr>
      <dgm:t>
        <a:bodyPr/>
        <a:lstStyle/>
        <a:p>
          <a:r>
            <a:rPr lang="en-US" dirty="0"/>
            <a:t>The clock signal synchronizes the output stream of bits from the master to the sampling bits of the slave.</a:t>
          </a:r>
        </a:p>
      </dgm:t>
    </dgm:pt>
    <dgm:pt modelId="{DCF7868C-923F-4F02-84F4-E84BFDB4B2E6}" type="parTrans" cxnId="{CC0B91FC-6ACF-4F2A-A901-AEB8EA63F929}">
      <dgm:prSet/>
      <dgm:spPr/>
      <dgm:t>
        <a:bodyPr/>
        <a:lstStyle/>
        <a:p>
          <a:endParaRPr lang="en-US"/>
        </a:p>
      </dgm:t>
    </dgm:pt>
    <dgm:pt modelId="{354B31C0-BE59-4187-9EAE-EB538FE0C443}" type="sibTrans" cxnId="{CC0B91FC-6ACF-4F2A-A901-AEB8EA63F929}">
      <dgm:prSet/>
      <dgm:spPr/>
      <dgm:t>
        <a:bodyPr/>
        <a:lstStyle/>
        <a:p>
          <a:endParaRPr lang="en-US"/>
        </a:p>
      </dgm:t>
    </dgm:pt>
    <dgm:pt modelId="{49711EA3-414F-49F9-B8B2-F44829E52274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/>
            <a:t>Master Out Slave In (MOSI)</a:t>
          </a:r>
          <a:endParaRPr lang="en-US" dirty="0"/>
        </a:p>
      </dgm:t>
    </dgm:pt>
    <dgm:pt modelId="{674CD767-A337-4A37-9BF9-9972E3589A4E}" type="parTrans" cxnId="{E93CD94E-CB94-4DD6-A733-F380E6ECFFF7}">
      <dgm:prSet/>
      <dgm:spPr/>
      <dgm:t>
        <a:bodyPr/>
        <a:lstStyle/>
        <a:p>
          <a:endParaRPr lang="en-US"/>
        </a:p>
      </dgm:t>
    </dgm:pt>
    <dgm:pt modelId="{A07E87FB-114B-4248-93C3-6BF157F7CEDE}" type="sibTrans" cxnId="{E93CD94E-CB94-4DD6-A733-F380E6ECFFF7}">
      <dgm:prSet/>
      <dgm:spPr/>
      <dgm:t>
        <a:bodyPr/>
        <a:lstStyle/>
        <a:p>
          <a:endParaRPr lang="en-US"/>
        </a:p>
      </dgm:t>
    </dgm:pt>
    <dgm:pt modelId="{3FE80665-D422-40CA-A15E-C437F99B0C31}">
      <dgm:prSet/>
      <dgm:spPr>
        <a:solidFill>
          <a:srgbClr val="800080"/>
        </a:solidFill>
      </dgm:spPr>
      <dgm:t>
        <a:bodyPr/>
        <a:lstStyle/>
        <a:p>
          <a:r>
            <a:rPr lang="en-US"/>
            <a:t>Transmits bits from the master controller to a slave device.</a:t>
          </a:r>
          <a:endParaRPr lang="en-US" dirty="0"/>
        </a:p>
      </dgm:t>
    </dgm:pt>
    <dgm:pt modelId="{522A1B6C-468F-42AA-B38C-CC8590C98D0B}" type="parTrans" cxnId="{68338D92-66ED-4305-9400-363AD07AAB98}">
      <dgm:prSet/>
      <dgm:spPr/>
      <dgm:t>
        <a:bodyPr/>
        <a:lstStyle/>
        <a:p>
          <a:endParaRPr lang="en-US"/>
        </a:p>
      </dgm:t>
    </dgm:pt>
    <dgm:pt modelId="{725728B6-70C0-4025-BC96-912EA4B49CD3}" type="sibTrans" cxnId="{68338D92-66ED-4305-9400-363AD07AAB98}">
      <dgm:prSet/>
      <dgm:spPr/>
      <dgm:t>
        <a:bodyPr/>
        <a:lstStyle/>
        <a:p>
          <a:endParaRPr lang="en-US"/>
        </a:p>
      </dgm:t>
    </dgm:pt>
    <dgm:pt modelId="{2B720D76-66E2-4E45-AD79-CFB5F44A5203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Master In Slave Out (MISO)</a:t>
          </a:r>
        </a:p>
      </dgm:t>
    </dgm:pt>
    <dgm:pt modelId="{2C23B3D9-EB30-41F7-AAD7-58DFD4984719}" type="parTrans" cxnId="{8FEB246C-BD2D-4816-9A69-46F9D97775B2}">
      <dgm:prSet/>
      <dgm:spPr/>
      <dgm:t>
        <a:bodyPr/>
        <a:lstStyle/>
        <a:p>
          <a:endParaRPr lang="en-US"/>
        </a:p>
      </dgm:t>
    </dgm:pt>
    <dgm:pt modelId="{E683EAAB-7F85-4D9E-8AF8-A624FD01D2FC}" type="sibTrans" cxnId="{8FEB246C-BD2D-4816-9A69-46F9D97775B2}">
      <dgm:prSet/>
      <dgm:spPr/>
      <dgm:t>
        <a:bodyPr/>
        <a:lstStyle/>
        <a:p>
          <a:endParaRPr lang="en-US"/>
        </a:p>
      </dgm:t>
    </dgm:pt>
    <dgm:pt modelId="{B274EB94-7918-4259-9378-C882B0B87CCD}">
      <dgm:prSet/>
      <dgm:spPr>
        <a:solidFill>
          <a:srgbClr val="800080"/>
        </a:solidFill>
      </dgm:spPr>
      <dgm:t>
        <a:bodyPr/>
        <a:lstStyle/>
        <a:p>
          <a:r>
            <a:rPr lang="en-US"/>
            <a:t>Transmits bits from the slave device back to the master device.</a:t>
          </a:r>
          <a:endParaRPr lang="en-US" dirty="0"/>
        </a:p>
      </dgm:t>
    </dgm:pt>
    <dgm:pt modelId="{BF5300EC-CF30-43B2-B1F8-80ACF8C62C52}" type="parTrans" cxnId="{C655C8F7-FB86-4211-AD1B-BF74D9C0726D}">
      <dgm:prSet/>
      <dgm:spPr/>
      <dgm:t>
        <a:bodyPr/>
        <a:lstStyle/>
        <a:p>
          <a:endParaRPr lang="en-US"/>
        </a:p>
      </dgm:t>
    </dgm:pt>
    <dgm:pt modelId="{84CE40BF-8F77-4DA5-806F-26708B94DC07}" type="sibTrans" cxnId="{C655C8F7-FB86-4211-AD1B-BF74D9C0726D}">
      <dgm:prSet/>
      <dgm:spPr/>
      <dgm:t>
        <a:bodyPr/>
        <a:lstStyle/>
        <a:p>
          <a:endParaRPr lang="en-US"/>
        </a:p>
      </dgm:t>
    </dgm:pt>
    <dgm:pt modelId="{7CD8E897-A4C2-4284-8969-CEBC74876E70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/>
            <a:t>Slave Select (CS/SS)</a:t>
          </a:r>
          <a:endParaRPr lang="en-US" dirty="0"/>
        </a:p>
      </dgm:t>
    </dgm:pt>
    <dgm:pt modelId="{56F92AFB-025D-4281-9130-928275DF449B}" type="parTrans" cxnId="{40AFFC81-24FA-4FF8-AF15-46F0916E1164}">
      <dgm:prSet/>
      <dgm:spPr/>
      <dgm:t>
        <a:bodyPr/>
        <a:lstStyle/>
        <a:p>
          <a:endParaRPr lang="en-US"/>
        </a:p>
      </dgm:t>
    </dgm:pt>
    <dgm:pt modelId="{283259C4-95C3-403A-BBB8-B720BF556EB8}" type="sibTrans" cxnId="{40AFFC81-24FA-4FF8-AF15-46F0916E1164}">
      <dgm:prSet/>
      <dgm:spPr/>
      <dgm:t>
        <a:bodyPr/>
        <a:lstStyle/>
        <a:p>
          <a:endParaRPr lang="en-US"/>
        </a:p>
      </dgm:t>
    </dgm:pt>
    <dgm:pt modelId="{DC1F5AC1-4F9E-44BA-BA3A-F9C69619AEEA}">
      <dgm:prSet/>
      <dgm:spPr>
        <a:solidFill>
          <a:srgbClr val="800080"/>
        </a:solidFill>
      </dgm:spPr>
      <dgm:t>
        <a:bodyPr/>
        <a:lstStyle/>
        <a:p>
          <a:r>
            <a:rPr lang="en-US"/>
            <a:t>The master can select what slave to communicate to, which allows for multiple slaves to be connected to one master.</a:t>
          </a:r>
          <a:endParaRPr lang="en-US" dirty="0"/>
        </a:p>
      </dgm:t>
    </dgm:pt>
    <dgm:pt modelId="{D505ED04-8977-4DA4-8766-EBA34612BC6C}" type="parTrans" cxnId="{FF979321-72E6-4D92-B7E4-790E0060ADD4}">
      <dgm:prSet/>
      <dgm:spPr/>
      <dgm:t>
        <a:bodyPr/>
        <a:lstStyle/>
        <a:p>
          <a:endParaRPr lang="en-US"/>
        </a:p>
      </dgm:t>
    </dgm:pt>
    <dgm:pt modelId="{0795FF7F-B81E-4C75-AD52-D9DE582E1747}" type="sibTrans" cxnId="{FF979321-72E6-4D92-B7E4-790E0060ADD4}">
      <dgm:prSet/>
      <dgm:spPr/>
      <dgm:t>
        <a:bodyPr/>
        <a:lstStyle/>
        <a:p>
          <a:endParaRPr lang="en-US"/>
        </a:p>
      </dgm:t>
    </dgm:pt>
    <dgm:pt modelId="{CDA2D3EF-8266-4242-94DE-E58752B00C43}" type="pres">
      <dgm:prSet presAssocID="{AF3E2489-2B51-49CC-A08D-AE9C12B05BBF}" presName="theList" presStyleCnt="0">
        <dgm:presLayoutVars>
          <dgm:dir/>
          <dgm:animLvl val="lvl"/>
          <dgm:resizeHandles val="exact"/>
        </dgm:presLayoutVars>
      </dgm:prSet>
      <dgm:spPr/>
    </dgm:pt>
    <dgm:pt modelId="{0D445E7F-15EB-41E7-AE2A-89D22A22B052}" type="pres">
      <dgm:prSet presAssocID="{B82614E4-3231-46B7-92E3-0A90CE8CF474}" presName="compNode" presStyleCnt="0"/>
      <dgm:spPr/>
    </dgm:pt>
    <dgm:pt modelId="{A350886E-BAA7-460C-9233-D9EE28D9D3B6}" type="pres">
      <dgm:prSet presAssocID="{B82614E4-3231-46B7-92E3-0A90CE8CF474}" presName="aNode" presStyleLbl="bgShp" presStyleIdx="0" presStyleCnt="4"/>
      <dgm:spPr/>
    </dgm:pt>
    <dgm:pt modelId="{821187B8-A3F1-4229-86FD-8E19C3B89D49}" type="pres">
      <dgm:prSet presAssocID="{B82614E4-3231-46B7-92E3-0A90CE8CF474}" presName="textNode" presStyleLbl="bgShp" presStyleIdx="0" presStyleCnt="4"/>
      <dgm:spPr/>
    </dgm:pt>
    <dgm:pt modelId="{B149BE0C-4DBD-40F4-91FB-82A3CA88363F}" type="pres">
      <dgm:prSet presAssocID="{B82614E4-3231-46B7-92E3-0A90CE8CF474}" presName="compChildNode" presStyleCnt="0"/>
      <dgm:spPr/>
    </dgm:pt>
    <dgm:pt modelId="{3E52C889-5248-49B6-A23C-4202FB55E97A}" type="pres">
      <dgm:prSet presAssocID="{B82614E4-3231-46B7-92E3-0A90CE8CF474}" presName="theInnerList" presStyleCnt="0"/>
      <dgm:spPr/>
    </dgm:pt>
    <dgm:pt modelId="{FF313761-2237-40D6-86F9-8830AE1D972B}" type="pres">
      <dgm:prSet presAssocID="{63E35FB5-4CC1-4DE2-AC8D-8115C6C0FDEF}" presName="childNode" presStyleLbl="node1" presStyleIdx="0" presStyleCnt="4">
        <dgm:presLayoutVars>
          <dgm:bulletEnabled val="1"/>
        </dgm:presLayoutVars>
      </dgm:prSet>
      <dgm:spPr/>
    </dgm:pt>
    <dgm:pt modelId="{A24E83E8-2311-4212-AD42-8C4760E93628}" type="pres">
      <dgm:prSet presAssocID="{B82614E4-3231-46B7-92E3-0A90CE8CF474}" presName="aSpace" presStyleCnt="0"/>
      <dgm:spPr/>
    </dgm:pt>
    <dgm:pt modelId="{E7DE9C96-F594-4FEC-A673-836AC7863892}" type="pres">
      <dgm:prSet presAssocID="{49711EA3-414F-49F9-B8B2-F44829E52274}" presName="compNode" presStyleCnt="0"/>
      <dgm:spPr/>
    </dgm:pt>
    <dgm:pt modelId="{FFC90DFF-5EE0-447D-9D66-E28A174D1BAA}" type="pres">
      <dgm:prSet presAssocID="{49711EA3-414F-49F9-B8B2-F44829E52274}" presName="aNode" presStyleLbl="bgShp" presStyleIdx="1" presStyleCnt="4"/>
      <dgm:spPr/>
    </dgm:pt>
    <dgm:pt modelId="{448D127A-3078-487C-8642-7825A20340A9}" type="pres">
      <dgm:prSet presAssocID="{49711EA3-414F-49F9-B8B2-F44829E52274}" presName="textNode" presStyleLbl="bgShp" presStyleIdx="1" presStyleCnt="4"/>
      <dgm:spPr/>
    </dgm:pt>
    <dgm:pt modelId="{2A9F4487-5235-4673-9114-A94F47B12E69}" type="pres">
      <dgm:prSet presAssocID="{49711EA3-414F-49F9-B8B2-F44829E52274}" presName="compChildNode" presStyleCnt="0"/>
      <dgm:spPr/>
    </dgm:pt>
    <dgm:pt modelId="{B5742690-B2B7-4102-9ABF-BF481B493868}" type="pres">
      <dgm:prSet presAssocID="{49711EA3-414F-49F9-B8B2-F44829E52274}" presName="theInnerList" presStyleCnt="0"/>
      <dgm:spPr/>
    </dgm:pt>
    <dgm:pt modelId="{754E4256-00C9-4830-BB68-CA8C2671F0E7}" type="pres">
      <dgm:prSet presAssocID="{3FE80665-D422-40CA-A15E-C437F99B0C31}" presName="childNode" presStyleLbl="node1" presStyleIdx="1" presStyleCnt="4">
        <dgm:presLayoutVars>
          <dgm:bulletEnabled val="1"/>
        </dgm:presLayoutVars>
      </dgm:prSet>
      <dgm:spPr/>
    </dgm:pt>
    <dgm:pt modelId="{C6BCE9D8-E55C-4A2E-A6BB-338B03740F6E}" type="pres">
      <dgm:prSet presAssocID="{49711EA3-414F-49F9-B8B2-F44829E52274}" presName="aSpace" presStyleCnt="0"/>
      <dgm:spPr/>
    </dgm:pt>
    <dgm:pt modelId="{3BECF822-C149-4271-946E-EA4DE4D4303B}" type="pres">
      <dgm:prSet presAssocID="{2B720D76-66E2-4E45-AD79-CFB5F44A5203}" presName="compNode" presStyleCnt="0"/>
      <dgm:spPr/>
    </dgm:pt>
    <dgm:pt modelId="{9CB7EAFC-2E20-4123-A39A-494151E4B945}" type="pres">
      <dgm:prSet presAssocID="{2B720D76-66E2-4E45-AD79-CFB5F44A5203}" presName="aNode" presStyleLbl="bgShp" presStyleIdx="2" presStyleCnt="4"/>
      <dgm:spPr/>
    </dgm:pt>
    <dgm:pt modelId="{AF674100-E1DE-4E03-8203-3747248C364A}" type="pres">
      <dgm:prSet presAssocID="{2B720D76-66E2-4E45-AD79-CFB5F44A5203}" presName="textNode" presStyleLbl="bgShp" presStyleIdx="2" presStyleCnt="4"/>
      <dgm:spPr/>
    </dgm:pt>
    <dgm:pt modelId="{325A4036-E9BC-4F0B-A589-ABC88D4107B1}" type="pres">
      <dgm:prSet presAssocID="{2B720D76-66E2-4E45-AD79-CFB5F44A5203}" presName="compChildNode" presStyleCnt="0"/>
      <dgm:spPr/>
    </dgm:pt>
    <dgm:pt modelId="{E92B31C4-F5F8-40C4-80D7-DC962F5E8023}" type="pres">
      <dgm:prSet presAssocID="{2B720D76-66E2-4E45-AD79-CFB5F44A5203}" presName="theInnerList" presStyleCnt="0"/>
      <dgm:spPr/>
    </dgm:pt>
    <dgm:pt modelId="{7EB26BA6-A60A-4487-B117-7ACDC7A4D314}" type="pres">
      <dgm:prSet presAssocID="{B274EB94-7918-4259-9378-C882B0B87CCD}" presName="childNode" presStyleLbl="node1" presStyleIdx="2" presStyleCnt="4">
        <dgm:presLayoutVars>
          <dgm:bulletEnabled val="1"/>
        </dgm:presLayoutVars>
      </dgm:prSet>
      <dgm:spPr/>
    </dgm:pt>
    <dgm:pt modelId="{79EC9D31-4428-41B0-BDEF-32428626C824}" type="pres">
      <dgm:prSet presAssocID="{2B720D76-66E2-4E45-AD79-CFB5F44A5203}" presName="aSpace" presStyleCnt="0"/>
      <dgm:spPr/>
    </dgm:pt>
    <dgm:pt modelId="{7CE8D9A7-30F1-4840-91E0-627BDDB87561}" type="pres">
      <dgm:prSet presAssocID="{7CD8E897-A4C2-4284-8969-CEBC74876E70}" presName="compNode" presStyleCnt="0"/>
      <dgm:spPr/>
    </dgm:pt>
    <dgm:pt modelId="{F85B9A92-6089-407D-B0F6-137680D4E519}" type="pres">
      <dgm:prSet presAssocID="{7CD8E897-A4C2-4284-8969-CEBC74876E70}" presName="aNode" presStyleLbl="bgShp" presStyleIdx="3" presStyleCnt="4"/>
      <dgm:spPr/>
    </dgm:pt>
    <dgm:pt modelId="{12D58F72-A455-4659-889F-91B79B9B8AB7}" type="pres">
      <dgm:prSet presAssocID="{7CD8E897-A4C2-4284-8969-CEBC74876E70}" presName="textNode" presStyleLbl="bgShp" presStyleIdx="3" presStyleCnt="4"/>
      <dgm:spPr/>
    </dgm:pt>
    <dgm:pt modelId="{7B61F9C7-2567-4680-8C16-D3228282762D}" type="pres">
      <dgm:prSet presAssocID="{7CD8E897-A4C2-4284-8969-CEBC74876E70}" presName="compChildNode" presStyleCnt="0"/>
      <dgm:spPr/>
    </dgm:pt>
    <dgm:pt modelId="{68300BB0-0B37-4D0C-B4F3-8415798573C2}" type="pres">
      <dgm:prSet presAssocID="{7CD8E897-A4C2-4284-8969-CEBC74876E70}" presName="theInnerList" presStyleCnt="0"/>
      <dgm:spPr/>
    </dgm:pt>
    <dgm:pt modelId="{114DE469-D0EF-4690-A4F6-4A9DB93EA0E0}" type="pres">
      <dgm:prSet presAssocID="{DC1F5AC1-4F9E-44BA-BA3A-F9C69619AEEA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32974101-6B02-45A1-9BCC-5C876F3B72AF}" type="presOf" srcId="{AF3E2489-2B51-49CC-A08D-AE9C12B05BBF}" destId="{CDA2D3EF-8266-4242-94DE-E58752B00C43}" srcOrd="0" destOrd="0" presId="urn:microsoft.com/office/officeart/2005/8/layout/lProcess2"/>
    <dgm:cxn modelId="{533A5908-ED8F-4BA3-8651-EB9F0D3191FA}" type="presOf" srcId="{B274EB94-7918-4259-9378-C882B0B87CCD}" destId="{7EB26BA6-A60A-4487-B117-7ACDC7A4D314}" srcOrd="0" destOrd="0" presId="urn:microsoft.com/office/officeart/2005/8/layout/lProcess2"/>
    <dgm:cxn modelId="{45F8CD0B-AF79-4F1E-A01A-DE48B0A5576F}" type="presOf" srcId="{B82614E4-3231-46B7-92E3-0A90CE8CF474}" destId="{A350886E-BAA7-460C-9233-D9EE28D9D3B6}" srcOrd="0" destOrd="0" presId="urn:microsoft.com/office/officeart/2005/8/layout/lProcess2"/>
    <dgm:cxn modelId="{4084520F-7537-449D-9D0A-6CEC4CB6CB28}" type="presOf" srcId="{DC1F5AC1-4F9E-44BA-BA3A-F9C69619AEEA}" destId="{114DE469-D0EF-4690-A4F6-4A9DB93EA0E0}" srcOrd="0" destOrd="0" presId="urn:microsoft.com/office/officeart/2005/8/layout/lProcess2"/>
    <dgm:cxn modelId="{02A88A10-FA1A-4BB7-ACD5-6805BD575D93}" type="presOf" srcId="{B82614E4-3231-46B7-92E3-0A90CE8CF474}" destId="{821187B8-A3F1-4229-86FD-8E19C3B89D49}" srcOrd="1" destOrd="0" presId="urn:microsoft.com/office/officeart/2005/8/layout/lProcess2"/>
    <dgm:cxn modelId="{FF979321-72E6-4D92-B7E4-790E0060ADD4}" srcId="{7CD8E897-A4C2-4284-8969-CEBC74876E70}" destId="{DC1F5AC1-4F9E-44BA-BA3A-F9C69619AEEA}" srcOrd="0" destOrd="0" parTransId="{D505ED04-8977-4DA4-8766-EBA34612BC6C}" sibTransId="{0795FF7F-B81E-4C75-AD52-D9DE582E1747}"/>
    <dgm:cxn modelId="{E1AFCB33-3400-4154-980F-DA4774C8F9E9}" type="presOf" srcId="{2B720D76-66E2-4E45-AD79-CFB5F44A5203}" destId="{AF674100-E1DE-4E03-8203-3747248C364A}" srcOrd="1" destOrd="0" presId="urn:microsoft.com/office/officeart/2005/8/layout/lProcess2"/>
    <dgm:cxn modelId="{8FEB246C-BD2D-4816-9A69-46F9D97775B2}" srcId="{AF3E2489-2B51-49CC-A08D-AE9C12B05BBF}" destId="{2B720D76-66E2-4E45-AD79-CFB5F44A5203}" srcOrd="2" destOrd="0" parTransId="{2C23B3D9-EB30-41F7-AAD7-58DFD4984719}" sibTransId="{E683EAAB-7F85-4D9E-8AF8-A624FD01D2FC}"/>
    <dgm:cxn modelId="{E93CD94E-CB94-4DD6-A733-F380E6ECFFF7}" srcId="{AF3E2489-2B51-49CC-A08D-AE9C12B05BBF}" destId="{49711EA3-414F-49F9-B8B2-F44829E52274}" srcOrd="1" destOrd="0" parTransId="{674CD767-A337-4A37-9BF9-9972E3589A4E}" sibTransId="{A07E87FB-114B-4248-93C3-6BF157F7CEDE}"/>
    <dgm:cxn modelId="{CCB9DD50-99D8-4FC4-995E-30DD74838829}" type="presOf" srcId="{49711EA3-414F-49F9-B8B2-F44829E52274}" destId="{FFC90DFF-5EE0-447D-9D66-E28A174D1BAA}" srcOrd="0" destOrd="0" presId="urn:microsoft.com/office/officeart/2005/8/layout/lProcess2"/>
    <dgm:cxn modelId="{83E36A54-6439-4727-96A0-565990C5B9DE}" type="presOf" srcId="{63E35FB5-4CC1-4DE2-AC8D-8115C6C0FDEF}" destId="{FF313761-2237-40D6-86F9-8830AE1D972B}" srcOrd="0" destOrd="0" presId="urn:microsoft.com/office/officeart/2005/8/layout/lProcess2"/>
    <dgm:cxn modelId="{40AFFC81-24FA-4FF8-AF15-46F0916E1164}" srcId="{AF3E2489-2B51-49CC-A08D-AE9C12B05BBF}" destId="{7CD8E897-A4C2-4284-8969-CEBC74876E70}" srcOrd="3" destOrd="0" parTransId="{56F92AFB-025D-4281-9130-928275DF449B}" sibTransId="{283259C4-95C3-403A-BBB8-B720BF556EB8}"/>
    <dgm:cxn modelId="{AE2DB68C-1820-493D-8C53-EFA0F48FF08A}" type="presOf" srcId="{7CD8E897-A4C2-4284-8969-CEBC74876E70}" destId="{12D58F72-A455-4659-889F-91B79B9B8AB7}" srcOrd="1" destOrd="0" presId="urn:microsoft.com/office/officeart/2005/8/layout/lProcess2"/>
    <dgm:cxn modelId="{68338D92-66ED-4305-9400-363AD07AAB98}" srcId="{49711EA3-414F-49F9-B8B2-F44829E52274}" destId="{3FE80665-D422-40CA-A15E-C437F99B0C31}" srcOrd="0" destOrd="0" parTransId="{522A1B6C-468F-42AA-B38C-CC8590C98D0B}" sibTransId="{725728B6-70C0-4025-BC96-912EA4B49CD3}"/>
    <dgm:cxn modelId="{151C999A-E569-441C-B898-0081E251BEEF}" type="presOf" srcId="{3FE80665-D422-40CA-A15E-C437F99B0C31}" destId="{754E4256-00C9-4830-BB68-CA8C2671F0E7}" srcOrd="0" destOrd="0" presId="urn:microsoft.com/office/officeart/2005/8/layout/lProcess2"/>
    <dgm:cxn modelId="{89F7B7B5-30FF-4FDC-A30B-B2BA9CAF7CE2}" type="presOf" srcId="{49711EA3-414F-49F9-B8B2-F44829E52274}" destId="{448D127A-3078-487C-8642-7825A20340A9}" srcOrd="1" destOrd="0" presId="urn:microsoft.com/office/officeart/2005/8/layout/lProcess2"/>
    <dgm:cxn modelId="{0DAFD0E3-1A93-4BA8-AA38-5A309B730497}" type="presOf" srcId="{2B720D76-66E2-4E45-AD79-CFB5F44A5203}" destId="{9CB7EAFC-2E20-4123-A39A-494151E4B945}" srcOrd="0" destOrd="0" presId="urn:microsoft.com/office/officeart/2005/8/layout/lProcess2"/>
    <dgm:cxn modelId="{E87073E5-3926-4656-9B1C-74F2FCBF6B96}" type="presOf" srcId="{7CD8E897-A4C2-4284-8969-CEBC74876E70}" destId="{F85B9A92-6089-407D-B0F6-137680D4E519}" srcOrd="0" destOrd="0" presId="urn:microsoft.com/office/officeart/2005/8/layout/lProcess2"/>
    <dgm:cxn modelId="{43884BF3-B8F4-4167-AE34-A8BE22A346AF}" srcId="{AF3E2489-2B51-49CC-A08D-AE9C12B05BBF}" destId="{B82614E4-3231-46B7-92E3-0A90CE8CF474}" srcOrd="0" destOrd="0" parTransId="{EFD457F9-A359-4F0E-85B3-C73EE3D6A8EC}" sibTransId="{F0B48CAF-1B07-4300-8C7A-D782CCC51D43}"/>
    <dgm:cxn modelId="{C655C8F7-FB86-4211-AD1B-BF74D9C0726D}" srcId="{2B720D76-66E2-4E45-AD79-CFB5F44A5203}" destId="{B274EB94-7918-4259-9378-C882B0B87CCD}" srcOrd="0" destOrd="0" parTransId="{BF5300EC-CF30-43B2-B1F8-80ACF8C62C52}" sibTransId="{84CE40BF-8F77-4DA5-806F-26708B94DC07}"/>
    <dgm:cxn modelId="{CC0B91FC-6ACF-4F2A-A901-AEB8EA63F929}" srcId="{B82614E4-3231-46B7-92E3-0A90CE8CF474}" destId="{63E35FB5-4CC1-4DE2-AC8D-8115C6C0FDEF}" srcOrd="0" destOrd="0" parTransId="{DCF7868C-923F-4F02-84F4-E84BFDB4B2E6}" sibTransId="{354B31C0-BE59-4187-9EAE-EB538FE0C443}"/>
    <dgm:cxn modelId="{56051B7A-1C2B-409F-9594-37355E83E112}" type="presParOf" srcId="{CDA2D3EF-8266-4242-94DE-E58752B00C43}" destId="{0D445E7F-15EB-41E7-AE2A-89D22A22B052}" srcOrd="0" destOrd="0" presId="urn:microsoft.com/office/officeart/2005/8/layout/lProcess2"/>
    <dgm:cxn modelId="{231BE4A7-004A-4A40-9A16-0348C8735E2C}" type="presParOf" srcId="{0D445E7F-15EB-41E7-AE2A-89D22A22B052}" destId="{A350886E-BAA7-460C-9233-D9EE28D9D3B6}" srcOrd="0" destOrd="0" presId="urn:microsoft.com/office/officeart/2005/8/layout/lProcess2"/>
    <dgm:cxn modelId="{34891FBA-F7EF-47DC-B530-6D5BE08DB77A}" type="presParOf" srcId="{0D445E7F-15EB-41E7-AE2A-89D22A22B052}" destId="{821187B8-A3F1-4229-86FD-8E19C3B89D49}" srcOrd="1" destOrd="0" presId="urn:microsoft.com/office/officeart/2005/8/layout/lProcess2"/>
    <dgm:cxn modelId="{061AD686-24A2-4110-B5B4-8AED0E81D3E4}" type="presParOf" srcId="{0D445E7F-15EB-41E7-AE2A-89D22A22B052}" destId="{B149BE0C-4DBD-40F4-91FB-82A3CA88363F}" srcOrd="2" destOrd="0" presId="urn:microsoft.com/office/officeart/2005/8/layout/lProcess2"/>
    <dgm:cxn modelId="{91117C9E-38D9-4ED8-ADAB-C0B3BDB4F555}" type="presParOf" srcId="{B149BE0C-4DBD-40F4-91FB-82A3CA88363F}" destId="{3E52C889-5248-49B6-A23C-4202FB55E97A}" srcOrd="0" destOrd="0" presId="urn:microsoft.com/office/officeart/2005/8/layout/lProcess2"/>
    <dgm:cxn modelId="{62B28E11-9B73-4CA4-900E-A8E1902D5415}" type="presParOf" srcId="{3E52C889-5248-49B6-A23C-4202FB55E97A}" destId="{FF313761-2237-40D6-86F9-8830AE1D972B}" srcOrd="0" destOrd="0" presId="urn:microsoft.com/office/officeart/2005/8/layout/lProcess2"/>
    <dgm:cxn modelId="{C705BE5F-64C3-4636-9AFE-1FA03A891758}" type="presParOf" srcId="{CDA2D3EF-8266-4242-94DE-E58752B00C43}" destId="{A24E83E8-2311-4212-AD42-8C4760E93628}" srcOrd="1" destOrd="0" presId="urn:microsoft.com/office/officeart/2005/8/layout/lProcess2"/>
    <dgm:cxn modelId="{9BE13A66-841A-4CEB-99FF-15C311FE5D8C}" type="presParOf" srcId="{CDA2D3EF-8266-4242-94DE-E58752B00C43}" destId="{E7DE9C96-F594-4FEC-A673-836AC7863892}" srcOrd="2" destOrd="0" presId="urn:microsoft.com/office/officeart/2005/8/layout/lProcess2"/>
    <dgm:cxn modelId="{C8870066-47F2-441C-9C95-97344DC88AE8}" type="presParOf" srcId="{E7DE9C96-F594-4FEC-A673-836AC7863892}" destId="{FFC90DFF-5EE0-447D-9D66-E28A174D1BAA}" srcOrd="0" destOrd="0" presId="urn:microsoft.com/office/officeart/2005/8/layout/lProcess2"/>
    <dgm:cxn modelId="{8CA9D224-7873-4749-AC1D-790A31E3359B}" type="presParOf" srcId="{E7DE9C96-F594-4FEC-A673-836AC7863892}" destId="{448D127A-3078-487C-8642-7825A20340A9}" srcOrd="1" destOrd="0" presId="urn:microsoft.com/office/officeart/2005/8/layout/lProcess2"/>
    <dgm:cxn modelId="{37B14A28-36FF-49A6-8DC7-4036E06F3E21}" type="presParOf" srcId="{E7DE9C96-F594-4FEC-A673-836AC7863892}" destId="{2A9F4487-5235-4673-9114-A94F47B12E69}" srcOrd="2" destOrd="0" presId="urn:microsoft.com/office/officeart/2005/8/layout/lProcess2"/>
    <dgm:cxn modelId="{5E3F3032-3312-4232-8D3C-90251D5ABB81}" type="presParOf" srcId="{2A9F4487-5235-4673-9114-A94F47B12E69}" destId="{B5742690-B2B7-4102-9ABF-BF481B493868}" srcOrd="0" destOrd="0" presId="urn:microsoft.com/office/officeart/2005/8/layout/lProcess2"/>
    <dgm:cxn modelId="{EF7332D3-CFEF-4F9F-9F88-C1B0DA3164F6}" type="presParOf" srcId="{B5742690-B2B7-4102-9ABF-BF481B493868}" destId="{754E4256-00C9-4830-BB68-CA8C2671F0E7}" srcOrd="0" destOrd="0" presId="urn:microsoft.com/office/officeart/2005/8/layout/lProcess2"/>
    <dgm:cxn modelId="{CC5E5D7B-DAD8-4F90-9C82-EA310586E811}" type="presParOf" srcId="{CDA2D3EF-8266-4242-94DE-E58752B00C43}" destId="{C6BCE9D8-E55C-4A2E-A6BB-338B03740F6E}" srcOrd="3" destOrd="0" presId="urn:microsoft.com/office/officeart/2005/8/layout/lProcess2"/>
    <dgm:cxn modelId="{B7B42E3B-8374-4322-8288-C695403EA2EF}" type="presParOf" srcId="{CDA2D3EF-8266-4242-94DE-E58752B00C43}" destId="{3BECF822-C149-4271-946E-EA4DE4D4303B}" srcOrd="4" destOrd="0" presId="urn:microsoft.com/office/officeart/2005/8/layout/lProcess2"/>
    <dgm:cxn modelId="{BA1F828F-10DF-4DFC-970A-5D8B599B2316}" type="presParOf" srcId="{3BECF822-C149-4271-946E-EA4DE4D4303B}" destId="{9CB7EAFC-2E20-4123-A39A-494151E4B945}" srcOrd="0" destOrd="0" presId="urn:microsoft.com/office/officeart/2005/8/layout/lProcess2"/>
    <dgm:cxn modelId="{08596E8D-F2C0-4352-889C-090BA7C9E6F0}" type="presParOf" srcId="{3BECF822-C149-4271-946E-EA4DE4D4303B}" destId="{AF674100-E1DE-4E03-8203-3747248C364A}" srcOrd="1" destOrd="0" presId="urn:microsoft.com/office/officeart/2005/8/layout/lProcess2"/>
    <dgm:cxn modelId="{0ED9FFE6-D37C-4381-846A-EB411660D68B}" type="presParOf" srcId="{3BECF822-C149-4271-946E-EA4DE4D4303B}" destId="{325A4036-E9BC-4F0B-A589-ABC88D4107B1}" srcOrd="2" destOrd="0" presId="urn:microsoft.com/office/officeart/2005/8/layout/lProcess2"/>
    <dgm:cxn modelId="{50B6882E-E38B-48D8-89EB-B83B2BA275C0}" type="presParOf" srcId="{325A4036-E9BC-4F0B-A589-ABC88D4107B1}" destId="{E92B31C4-F5F8-40C4-80D7-DC962F5E8023}" srcOrd="0" destOrd="0" presId="urn:microsoft.com/office/officeart/2005/8/layout/lProcess2"/>
    <dgm:cxn modelId="{5AB1B424-58B0-40BD-8758-9DAD97BDE4EC}" type="presParOf" srcId="{E92B31C4-F5F8-40C4-80D7-DC962F5E8023}" destId="{7EB26BA6-A60A-4487-B117-7ACDC7A4D314}" srcOrd="0" destOrd="0" presId="urn:microsoft.com/office/officeart/2005/8/layout/lProcess2"/>
    <dgm:cxn modelId="{AD490DFD-5278-4BD9-9997-1497D7BF77EB}" type="presParOf" srcId="{CDA2D3EF-8266-4242-94DE-E58752B00C43}" destId="{79EC9D31-4428-41B0-BDEF-32428626C824}" srcOrd="5" destOrd="0" presId="urn:microsoft.com/office/officeart/2005/8/layout/lProcess2"/>
    <dgm:cxn modelId="{9EEC3D3A-B137-4863-9E1A-1043618075A6}" type="presParOf" srcId="{CDA2D3EF-8266-4242-94DE-E58752B00C43}" destId="{7CE8D9A7-30F1-4840-91E0-627BDDB87561}" srcOrd="6" destOrd="0" presId="urn:microsoft.com/office/officeart/2005/8/layout/lProcess2"/>
    <dgm:cxn modelId="{9F95DEA1-15C9-4313-B974-46DCC85672A3}" type="presParOf" srcId="{7CE8D9A7-30F1-4840-91E0-627BDDB87561}" destId="{F85B9A92-6089-407D-B0F6-137680D4E519}" srcOrd="0" destOrd="0" presId="urn:microsoft.com/office/officeart/2005/8/layout/lProcess2"/>
    <dgm:cxn modelId="{215624AE-1EF5-409F-8212-9C1F15CC60F8}" type="presParOf" srcId="{7CE8D9A7-30F1-4840-91E0-627BDDB87561}" destId="{12D58F72-A455-4659-889F-91B79B9B8AB7}" srcOrd="1" destOrd="0" presId="urn:microsoft.com/office/officeart/2005/8/layout/lProcess2"/>
    <dgm:cxn modelId="{D350F69E-5B69-49C4-9A23-CBE38DF6D98A}" type="presParOf" srcId="{7CE8D9A7-30F1-4840-91E0-627BDDB87561}" destId="{7B61F9C7-2567-4680-8C16-D3228282762D}" srcOrd="2" destOrd="0" presId="urn:microsoft.com/office/officeart/2005/8/layout/lProcess2"/>
    <dgm:cxn modelId="{99B1002F-CAEB-45BA-BB33-D28011C4ED87}" type="presParOf" srcId="{7B61F9C7-2567-4680-8C16-D3228282762D}" destId="{68300BB0-0B37-4D0C-B4F3-8415798573C2}" srcOrd="0" destOrd="0" presId="urn:microsoft.com/office/officeart/2005/8/layout/lProcess2"/>
    <dgm:cxn modelId="{2C95DB22-7F62-4BED-AC47-D4FBB40C916B}" type="presParOf" srcId="{68300BB0-0B37-4D0C-B4F3-8415798573C2}" destId="{114DE469-D0EF-4690-A4F6-4A9DB93EA0E0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EA70C-D782-4DAF-BBE5-EA1632C6DE52}">
      <dsp:nvSpPr>
        <dsp:cNvPr id="0" name=""/>
        <dsp:cNvSpPr/>
      </dsp:nvSpPr>
      <dsp:spPr>
        <a:xfrm>
          <a:off x="5606" y="780407"/>
          <a:ext cx="2668212" cy="1838398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11000" r="-1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BCB3D9-9168-43A4-9F63-841AA53725FE}">
      <dsp:nvSpPr>
        <dsp:cNvPr id="0" name=""/>
        <dsp:cNvSpPr/>
      </dsp:nvSpPr>
      <dsp:spPr>
        <a:xfrm>
          <a:off x="5606" y="2618805"/>
          <a:ext cx="2668212" cy="98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bg1"/>
              </a:solidFill>
            </a:rPr>
            <a:t>Introduction</a:t>
          </a:r>
        </a:p>
      </dsp:txBody>
      <dsp:txXfrm>
        <a:off x="5606" y="2618805"/>
        <a:ext cx="2668212" cy="989906"/>
      </dsp:txXfrm>
    </dsp:sp>
    <dsp:sp modelId="{188F5886-826F-413F-BD99-C8E8E949C1E8}">
      <dsp:nvSpPr>
        <dsp:cNvPr id="0" name=""/>
        <dsp:cNvSpPr/>
      </dsp:nvSpPr>
      <dsp:spPr>
        <a:xfrm>
          <a:off x="2940752" y="780407"/>
          <a:ext cx="2668212" cy="1838398"/>
        </a:xfrm>
        <a:prstGeom prst="roundRect">
          <a:avLst/>
        </a:prstGeom>
        <a:blipFill dpi="0" rotWithShape="1"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1405" t="-2226" r="-1405" b="-2226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EEA513-76E1-403D-BEF9-1F272E85AA57}">
      <dsp:nvSpPr>
        <dsp:cNvPr id="0" name=""/>
        <dsp:cNvSpPr/>
      </dsp:nvSpPr>
      <dsp:spPr>
        <a:xfrm>
          <a:off x="2940752" y="2618805"/>
          <a:ext cx="2668212" cy="98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bg1"/>
              </a:solidFill>
            </a:rPr>
            <a:t>UART</a:t>
          </a:r>
        </a:p>
      </dsp:txBody>
      <dsp:txXfrm>
        <a:off x="2940752" y="2618805"/>
        <a:ext cx="2668212" cy="989906"/>
      </dsp:txXfrm>
    </dsp:sp>
    <dsp:sp modelId="{5EE10369-D36E-4DD9-AB95-38EFF1F70B1B}">
      <dsp:nvSpPr>
        <dsp:cNvPr id="0" name=""/>
        <dsp:cNvSpPr/>
      </dsp:nvSpPr>
      <dsp:spPr>
        <a:xfrm>
          <a:off x="5875898" y="780407"/>
          <a:ext cx="2668212" cy="1838398"/>
        </a:xfrm>
        <a:prstGeom prst="roundRect">
          <a:avLst/>
        </a:prstGeom>
        <a:blipFill dpi="0" rotWithShape="1"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118" t="-4714" r="-3118" b="-54451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E4ACCF-41EC-4AB7-9B98-34B58C462C84}">
      <dsp:nvSpPr>
        <dsp:cNvPr id="0" name=""/>
        <dsp:cNvSpPr/>
      </dsp:nvSpPr>
      <dsp:spPr>
        <a:xfrm>
          <a:off x="5875898" y="2618805"/>
          <a:ext cx="2668212" cy="98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bg1"/>
              </a:solidFill>
            </a:rPr>
            <a:t>SPI</a:t>
          </a:r>
        </a:p>
      </dsp:txBody>
      <dsp:txXfrm>
        <a:off x="5875898" y="2618805"/>
        <a:ext cx="2668212" cy="989906"/>
      </dsp:txXfrm>
    </dsp:sp>
    <dsp:sp modelId="{11756E68-B24A-4F1C-B758-888DB821CE5D}">
      <dsp:nvSpPr>
        <dsp:cNvPr id="0" name=""/>
        <dsp:cNvSpPr/>
      </dsp:nvSpPr>
      <dsp:spPr>
        <a:xfrm>
          <a:off x="8811044" y="780407"/>
          <a:ext cx="2668212" cy="1838398"/>
        </a:xfrm>
        <a:prstGeom prst="roundRect">
          <a:avLst/>
        </a:prstGeom>
        <a:blipFill dpi="0" rotWithShape="1"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3118" t="261" r="-3118" b="261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24B24A-C3DB-4F63-BE4F-AA16A94974E1}">
      <dsp:nvSpPr>
        <dsp:cNvPr id="0" name=""/>
        <dsp:cNvSpPr/>
      </dsp:nvSpPr>
      <dsp:spPr>
        <a:xfrm>
          <a:off x="8811044" y="2618805"/>
          <a:ext cx="2668212" cy="98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bg1"/>
              </a:solidFill>
            </a:rPr>
            <a:t>I2C</a:t>
          </a:r>
          <a:endParaRPr lang="en-US" sz="3400" kern="1200" dirty="0">
            <a:solidFill>
              <a:schemeClr val="bg1"/>
            </a:solidFill>
          </a:endParaRPr>
        </a:p>
      </dsp:txBody>
      <dsp:txXfrm>
        <a:off x="8811044" y="2618805"/>
        <a:ext cx="2668212" cy="9899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00A7C-D473-4316-ADCF-456A99D698D3}">
      <dsp:nvSpPr>
        <dsp:cNvPr id="0" name=""/>
        <dsp:cNvSpPr/>
      </dsp:nvSpPr>
      <dsp:spPr>
        <a:xfrm>
          <a:off x="2399006" y="3602182"/>
          <a:ext cx="3979025" cy="0"/>
        </a:xfrm>
        <a:prstGeom prst="line">
          <a:avLst/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A37A9A-6BA7-4A6E-8871-FD764F8D1813}">
      <dsp:nvSpPr>
        <dsp:cNvPr id="0" name=""/>
        <dsp:cNvSpPr/>
      </dsp:nvSpPr>
      <dsp:spPr>
        <a:xfrm>
          <a:off x="2399006" y="831272"/>
          <a:ext cx="3979025" cy="0"/>
        </a:xfrm>
        <a:prstGeom prst="line">
          <a:avLst/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84B488-92EE-40F8-871E-421F74F658F4}">
      <dsp:nvSpPr>
        <dsp:cNvPr id="0" name=""/>
        <dsp:cNvSpPr/>
      </dsp:nvSpPr>
      <dsp:spPr>
        <a:xfrm>
          <a:off x="154570" y="-27709"/>
          <a:ext cx="4488873" cy="4488873"/>
        </a:xfrm>
        <a:prstGeom prst="round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1111" t="-2222" r="-1111" b="-222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EBBC7EF-9FD1-4EC3-874D-02AF0037BD1D}">
      <dsp:nvSpPr>
        <dsp:cNvPr id="0" name=""/>
        <dsp:cNvSpPr/>
      </dsp:nvSpPr>
      <dsp:spPr>
        <a:xfrm>
          <a:off x="980301" y="2354164"/>
          <a:ext cx="2837411" cy="14630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980301" y="2354164"/>
        <a:ext cx="2837411" cy="1463040"/>
      </dsp:txXfrm>
    </dsp:sp>
    <dsp:sp modelId="{1722434D-B49E-4CDF-97F5-3634F088228F}">
      <dsp:nvSpPr>
        <dsp:cNvPr id="0" name=""/>
        <dsp:cNvSpPr/>
      </dsp:nvSpPr>
      <dsp:spPr>
        <a:xfrm>
          <a:off x="5546759" y="0"/>
          <a:ext cx="1662545" cy="1662545"/>
        </a:xfrm>
        <a:prstGeom prst="roundRect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F0D9716-7BF1-4D53-8762-50BF4B7550E6}">
      <dsp:nvSpPr>
        <dsp:cNvPr id="0" name=""/>
        <dsp:cNvSpPr/>
      </dsp:nvSpPr>
      <dsp:spPr>
        <a:xfrm>
          <a:off x="7209305" y="0"/>
          <a:ext cx="1991156" cy="1662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0" rIns="6477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In parallel communication, all the bits of data are transmitted simultaneously on separate communication lines</a:t>
          </a:r>
        </a:p>
      </dsp:txBody>
      <dsp:txXfrm>
        <a:off x="7209305" y="0"/>
        <a:ext cx="1991156" cy="1662545"/>
      </dsp:txXfrm>
    </dsp:sp>
    <dsp:sp modelId="{88CC70C7-EEFD-4C40-B274-D8812590CCDF}">
      <dsp:nvSpPr>
        <dsp:cNvPr id="0" name=""/>
        <dsp:cNvSpPr/>
      </dsp:nvSpPr>
      <dsp:spPr>
        <a:xfrm>
          <a:off x="5546759" y="2770909"/>
          <a:ext cx="1662545" cy="1662545"/>
        </a:xfrm>
        <a:prstGeom prst="round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-68250" t="3250" r="-68250" b="-1875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FD7934-D9C9-409A-9BA7-26A271E780EB}">
      <dsp:nvSpPr>
        <dsp:cNvPr id="0" name=""/>
        <dsp:cNvSpPr/>
      </dsp:nvSpPr>
      <dsp:spPr>
        <a:xfrm>
          <a:off x="7209305" y="2770909"/>
          <a:ext cx="2058526" cy="1662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0" rIns="6477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In serial communication, the data bits are transmitted simultaneously on separate communication lines.</a:t>
          </a:r>
        </a:p>
      </dsp:txBody>
      <dsp:txXfrm>
        <a:off x="7209305" y="2770909"/>
        <a:ext cx="2058526" cy="1662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B4C76-CD77-43A3-A906-1EE81B01758E}">
      <dsp:nvSpPr>
        <dsp:cNvPr id="0" name=""/>
        <dsp:cNvSpPr/>
      </dsp:nvSpPr>
      <dsp:spPr>
        <a:xfrm>
          <a:off x="3594191" y="268913"/>
          <a:ext cx="3079099" cy="3079099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Text" lastClr="000000"/>
              </a:solidFill>
            </a:rPr>
            <a:t>Two Methods of Serial Communication</a:t>
          </a:r>
        </a:p>
      </dsp:txBody>
      <dsp:txXfrm>
        <a:off x="4045115" y="719837"/>
        <a:ext cx="2177251" cy="2177251"/>
      </dsp:txXfrm>
    </dsp:sp>
    <dsp:sp modelId="{28244B4C-A429-4516-80E0-828823344BB9}">
      <dsp:nvSpPr>
        <dsp:cNvPr id="0" name=""/>
        <dsp:cNvSpPr/>
      </dsp:nvSpPr>
      <dsp:spPr>
        <a:xfrm rot="9071235">
          <a:off x="1307539" y="2785462"/>
          <a:ext cx="2504560" cy="877543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80A34-5CDB-4806-99B8-086A7F29C0B4}">
      <dsp:nvSpPr>
        <dsp:cNvPr id="0" name=""/>
        <dsp:cNvSpPr/>
      </dsp:nvSpPr>
      <dsp:spPr>
        <a:xfrm>
          <a:off x="0" y="2657711"/>
          <a:ext cx="2925144" cy="2340115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Asynchronous: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Transfers single byte at a time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No need of clock signal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Example: UART (</a:t>
          </a:r>
          <a:r>
            <a:rPr lang="en-US" sz="1800" u="sng" kern="1200" dirty="0">
              <a:solidFill>
                <a:schemeClr val="bg1"/>
              </a:solidFill>
            </a:rPr>
            <a:t>U</a:t>
          </a:r>
          <a:r>
            <a:rPr lang="en-US" sz="1800" kern="1200" dirty="0">
              <a:solidFill>
                <a:schemeClr val="bg1"/>
              </a:solidFill>
            </a:rPr>
            <a:t>niversal </a:t>
          </a:r>
          <a:r>
            <a:rPr lang="en-US" sz="1800" u="sng" kern="1200" dirty="0">
              <a:solidFill>
                <a:schemeClr val="bg1"/>
              </a:solidFill>
            </a:rPr>
            <a:t>A</a:t>
          </a:r>
          <a:r>
            <a:rPr lang="en-US" sz="1800" kern="1200" dirty="0">
              <a:solidFill>
                <a:schemeClr val="bg1"/>
              </a:solidFill>
            </a:rPr>
            <a:t>synchronous </a:t>
          </a:r>
          <a:r>
            <a:rPr lang="en-US" sz="1800" u="sng" kern="1200" dirty="0">
              <a:solidFill>
                <a:schemeClr val="bg1"/>
              </a:solidFill>
            </a:rPr>
            <a:t>R</a:t>
          </a:r>
          <a:r>
            <a:rPr lang="en-US" sz="1800" kern="1200" dirty="0">
              <a:solidFill>
                <a:schemeClr val="bg1"/>
              </a:solidFill>
            </a:rPr>
            <a:t>eceiver </a:t>
          </a:r>
          <a:r>
            <a:rPr lang="en-US" sz="1800" u="sng" kern="1200" dirty="0">
              <a:solidFill>
                <a:schemeClr val="bg1"/>
              </a:solidFill>
            </a:rPr>
            <a:t>T</a:t>
          </a:r>
          <a:r>
            <a:rPr lang="en-US" sz="1800" kern="1200" dirty="0">
              <a:solidFill>
                <a:schemeClr val="bg1"/>
              </a:solidFill>
            </a:rPr>
            <a:t>ransmitter)</a:t>
          </a:r>
        </a:p>
      </dsp:txBody>
      <dsp:txXfrm>
        <a:off x="68540" y="2726251"/>
        <a:ext cx="2788064" cy="2203035"/>
      </dsp:txXfrm>
    </dsp:sp>
    <dsp:sp modelId="{A3A9B0D3-A511-418D-BFE2-6093E08EAF5E}">
      <dsp:nvSpPr>
        <dsp:cNvPr id="0" name=""/>
        <dsp:cNvSpPr/>
      </dsp:nvSpPr>
      <dsp:spPr>
        <a:xfrm rot="1643629">
          <a:off x="6488720" y="2775755"/>
          <a:ext cx="2716621" cy="877543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C7E12-41D2-45FE-8330-74B4D617075C}">
      <dsp:nvSpPr>
        <dsp:cNvPr id="0" name=""/>
        <dsp:cNvSpPr/>
      </dsp:nvSpPr>
      <dsp:spPr>
        <a:xfrm>
          <a:off x="7590455" y="2669433"/>
          <a:ext cx="2925144" cy="2340115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bg1"/>
              </a:solidFill>
            </a:rPr>
            <a:t>Synchronous: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Transfers a block of data (characters) at a time.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Requires a clock signal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1"/>
              </a:solidFill>
            </a:rPr>
            <a:t>Example: SPI (</a:t>
          </a:r>
          <a:r>
            <a:rPr lang="en-US" sz="1800" u="sng" kern="1200" dirty="0">
              <a:solidFill>
                <a:schemeClr val="bg1"/>
              </a:solidFill>
            </a:rPr>
            <a:t>S</a:t>
          </a:r>
          <a:r>
            <a:rPr lang="en-US" sz="1800" kern="1200" dirty="0">
              <a:solidFill>
                <a:schemeClr val="bg1"/>
              </a:solidFill>
            </a:rPr>
            <a:t>erial </a:t>
          </a:r>
          <a:r>
            <a:rPr lang="en-US" sz="1800" u="sng" kern="1200" dirty="0">
              <a:solidFill>
                <a:schemeClr val="bg1"/>
              </a:solidFill>
            </a:rPr>
            <a:t>P</a:t>
          </a:r>
          <a:r>
            <a:rPr lang="en-US" sz="1800" kern="1200" dirty="0">
              <a:solidFill>
                <a:schemeClr val="bg1"/>
              </a:solidFill>
            </a:rPr>
            <a:t>eripheral </a:t>
          </a:r>
          <a:r>
            <a:rPr lang="en-US" sz="1800" u="sng" kern="1200" dirty="0">
              <a:solidFill>
                <a:schemeClr val="bg1"/>
              </a:solidFill>
            </a:rPr>
            <a:t>I</a:t>
          </a:r>
          <a:r>
            <a:rPr lang="en-US" sz="1800" kern="1200" dirty="0">
              <a:solidFill>
                <a:schemeClr val="bg1"/>
              </a:solidFill>
            </a:rPr>
            <a:t>nterface), I2C (</a:t>
          </a:r>
          <a:r>
            <a:rPr lang="en-US" sz="1800" u="sng" kern="1200" dirty="0">
              <a:solidFill>
                <a:schemeClr val="bg1"/>
              </a:solidFill>
            </a:rPr>
            <a:t>I</a:t>
          </a:r>
          <a:r>
            <a:rPr lang="en-US" sz="1800" kern="1200" dirty="0">
              <a:solidFill>
                <a:schemeClr val="bg1"/>
              </a:solidFill>
            </a:rPr>
            <a:t>nter </a:t>
          </a:r>
          <a:r>
            <a:rPr lang="en-US" sz="1800" u="sng" kern="1200" dirty="0">
              <a:solidFill>
                <a:schemeClr val="bg1"/>
              </a:solidFill>
            </a:rPr>
            <a:t>I</a:t>
          </a:r>
          <a:r>
            <a:rPr lang="en-US" sz="1800" kern="1200" dirty="0">
              <a:solidFill>
                <a:schemeClr val="bg1"/>
              </a:solidFill>
            </a:rPr>
            <a:t>ntegrated </a:t>
          </a:r>
          <a:r>
            <a:rPr lang="en-US" sz="1800" u="sng" kern="1200">
              <a:solidFill>
                <a:schemeClr val="bg1"/>
              </a:solidFill>
            </a:rPr>
            <a:t>C</a:t>
          </a:r>
          <a:r>
            <a:rPr lang="en-US" sz="1800" kern="1200">
              <a:solidFill>
                <a:schemeClr val="bg1"/>
              </a:solidFill>
            </a:rPr>
            <a:t>ircuit).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7658995" y="2737973"/>
        <a:ext cx="2788064" cy="2203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0886E-BAA7-460C-9233-D9EE28D9D3B6}">
      <dsp:nvSpPr>
        <dsp:cNvPr id="0" name=""/>
        <dsp:cNvSpPr/>
      </dsp:nvSpPr>
      <dsp:spPr>
        <a:xfrm>
          <a:off x="2394" y="0"/>
          <a:ext cx="2349253" cy="441655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Slave Clock Pin (SCLK)</a:t>
          </a:r>
        </a:p>
      </dsp:txBody>
      <dsp:txXfrm>
        <a:off x="2394" y="0"/>
        <a:ext cx="2349253" cy="1324965"/>
      </dsp:txXfrm>
    </dsp:sp>
    <dsp:sp modelId="{FF313761-2237-40D6-86F9-8830AE1D972B}">
      <dsp:nvSpPr>
        <dsp:cNvPr id="0" name=""/>
        <dsp:cNvSpPr/>
      </dsp:nvSpPr>
      <dsp:spPr>
        <a:xfrm>
          <a:off x="237319" y="1324965"/>
          <a:ext cx="1879402" cy="2870758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clock signal synchronizes the output stream of bits from the master to the sampling bits of the slave.</a:t>
          </a:r>
        </a:p>
      </dsp:txBody>
      <dsp:txXfrm>
        <a:off x="292365" y="1380011"/>
        <a:ext cx="1769310" cy="2760666"/>
      </dsp:txXfrm>
    </dsp:sp>
    <dsp:sp modelId="{FFC90DFF-5EE0-447D-9D66-E28A174D1BAA}">
      <dsp:nvSpPr>
        <dsp:cNvPr id="0" name=""/>
        <dsp:cNvSpPr/>
      </dsp:nvSpPr>
      <dsp:spPr>
        <a:xfrm>
          <a:off x="2527841" y="0"/>
          <a:ext cx="2349253" cy="441655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Master Out Slave In (MOSI)</a:t>
          </a:r>
          <a:endParaRPr lang="en-US" sz="2700" kern="1200" dirty="0"/>
        </a:p>
      </dsp:txBody>
      <dsp:txXfrm>
        <a:off x="2527841" y="0"/>
        <a:ext cx="2349253" cy="1324965"/>
      </dsp:txXfrm>
    </dsp:sp>
    <dsp:sp modelId="{754E4256-00C9-4830-BB68-CA8C2671F0E7}">
      <dsp:nvSpPr>
        <dsp:cNvPr id="0" name=""/>
        <dsp:cNvSpPr/>
      </dsp:nvSpPr>
      <dsp:spPr>
        <a:xfrm>
          <a:off x="2762766" y="1324965"/>
          <a:ext cx="1879402" cy="2870758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Transmits bits from the master controller to a slave device.</a:t>
          </a:r>
          <a:endParaRPr lang="en-US" sz="2000" kern="1200" dirty="0"/>
        </a:p>
      </dsp:txBody>
      <dsp:txXfrm>
        <a:off x="2817812" y="1380011"/>
        <a:ext cx="1769310" cy="2760666"/>
      </dsp:txXfrm>
    </dsp:sp>
    <dsp:sp modelId="{9CB7EAFC-2E20-4123-A39A-494151E4B945}">
      <dsp:nvSpPr>
        <dsp:cNvPr id="0" name=""/>
        <dsp:cNvSpPr/>
      </dsp:nvSpPr>
      <dsp:spPr>
        <a:xfrm>
          <a:off x="5053289" y="0"/>
          <a:ext cx="2349253" cy="441655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Master In Slave Out (MISO)</a:t>
          </a:r>
        </a:p>
      </dsp:txBody>
      <dsp:txXfrm>
        <a:off x="5053289" y="0"/>
        <a:ext cx="2349253" cy="1324965"/>
      </dsp:txXfrm>
    </dsp:sp>
    <dsp:sp modelId="{7EB26BA6-A60A-4487-B117-7ACDC7A4D314}">
      <dsp:nvSpPr>
        <dsp:cNvPr id="0" name=""/>
        <dsp:cNvSpPr/>
      </dsp:nvSpPr>
      <dsp:spPr>
        <a:xfrm>
          <a:off x="5288214" y="1324965"/>
          <a:ext cx="1879402" cy="2870758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Transmits bits from the slave device back to the master device.</a:t>
          </a:r>
          <a:endParaRPr lang="en-US" sz="2000" kern="1200" dirty="0"/>
        </a:p>
      </dsp:txBody>
      <dsp:txXfrm>
        <a:off x="5343260" y="1380011"/>
        <a:ext cx="1769310" cy="2760666"/>
      </dsp:txXfrm>
    </dsp:sp>
    <dsp:sp modelId="{F85B9A92-6089-407D-B0F6-137680D4E519}">
      <dsp:nvSpPr>
        <dsp:cNvPr id="0" name=""/>
        <dsp:cNvSpPr/>
      </dsp:nvSpPr>
      <dsp:spPr>
        <a:xfrm>
          <a:off x="7578736" y="0"/>
          <a:ext cx="2349253" cy="441655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Slave Select (CS/SS)</a:t>
          </a:r>
          <a:endParaRPr lang="en-US" sz="2700" kern="1200" dirty="0"/>
        </a:p>
      </dsp:txBody>
      <dsp:txXfrm>
        <a:off x="7578736" y="0"/>
        <a:ext cx="2349253" cy="1324965"/>
      </dsp:txXfrm>
    </dsp:sp>
    <dsp:sp modelId="{114DE469-D0EF-4690-A4F6-4A9DB93EA0E0}">
      <dsp:nvSpPr>
        <dsp:cNvPr id="0" name=""/>
        <dsp:cNvSpPr/>
      </dsp:nvSpPr>
      <dsp:spPr>
        <a:xfrm>
          <a:off x="7813661" y="1324965"/>
          <a:ext cx="1879402" cy="2870758"/>
        </a:xfrm>
        <a:prstGeom prst="roundRect">
          <a:avLst>
            <a:gd name="adj" fmla="val 10000"/>
          </a:avLst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master can select what slave to communicate to, which allows for multiple slaves to be connected to one master.</a:t>
          </a:r>
          <a:endParaRPr lang="en-US" sz="2000" kern="1200" dirty="0"/>
        </a:p>
      </dsp:txBody>
      <dsp:txXfrm>
        <a:off x="7868707" y="1380011"/>
        <a:ext cx="1769310" cy="2760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C34A5-0721-4546-A39A-FADEC1BBE52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353D8-EEA4-A74B-ADC8-90C7202C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353D8-EEA4-A74B-ADC8-90C7202CBD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09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6F1C-1B1A-A49E-E8B9-973A89D5E9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13351-B7F3-5635-A169-60225C309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5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E14A-4F54-12C5-614E-C1DA2FBE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F632C-8E81-BF2F-A434-E9FC0B2E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7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BA1A-21D7-616D-C1ED-5C32D194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2EB1-1704-E347-9276-750F4D23C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E130B3A-3A58-3171-3823-ACFA32116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ED406F0-E541-2FA2-605F-ED418AEA4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dirty="0"/>
              <a:t>CyberEagles</a:t>
            </a:r>
            <a:endParaRPr lang="en-US" dirty="0">
              <a:highlight>
                <a:srgbClr val="800080"/>
              </a:highlight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0382C8B-50D1-D2C8-C654-235ED6773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highlight>
                  <a:srgbClr val="800080"/>
                </a:highlight>
              </a:defRPr>
            </a:lvl1pPr>
          </a:lstStyle>
          <a:p>
            <a:r>
              <a:rPr lang="en-US" dirty="0"/>
              <a:t>&lt;Meeting Name Here&gt;</a:t>
            </a:r>
          </a:p>
        </p:txBody>
      </p:sp>
    </p:spTree>
    <p:extLst>
      <p:ext uri="{BB962C8B-B14F-4D97-AF65-F5344CB8AC3E}">
        <p14:creationId xmlns:p14="http://schemas.microsoft.com/office/powerpoint/2010/main" val="329836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6541-11A8-0327-B321-40A9147A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647EC-66A9-D45E-89B6-4AF99A698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BEC6-B221-9B8B-17F8-1F14136BD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B3C1BF2-BD2A-8998-D8EE-8A6C74FE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0D73DB6-488A-3338-234D-F8E452AC5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dirty="0"/>
              <a:t>CyberEagles</a:t>
            </a:r>
            <a:endParaRPr lang="en-US" dirty="0">
              <a:highlight>
                <a:srgbClr val="800080"/>
              </a:highlight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F212894-0379-9B61-43E5-2303EC8B0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highlight>
                  <a:srgbClr val="800080"/>
                </a:highlight>
              </a:defRPr>
            </a:lvl1pPr>
          </a:lstStyle>
          <a:p>
            <a:r>
              <a:rPr lang="en-US" dirty="0"/>
              <a:t>&lt;Meeting Name Here&gt;</a:t>
            </a:r>
          </a:p>
        </p:txBody>
      </p:sp>
    </p:spTree>
    <p:extLst>
      <p:ext uri="{BB962C8B-B14F-4D97-AF65-F5344CB8AC3E}">
        <p14:creationId xmlns:p14="http://schemas.microsoft.com/office/powerpoint/2010/main" val="75856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A21E-B51A-F652-973A-21FDC15E7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3D79C-C56E-7B75-9A0A-056CF023A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3F4FC-41B2-4180-EA91-39513F2A8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7F10F-7607-501D-2A02-918156A3E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04594-1ABF-60FA-526A-70BD150EE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4F1B2-6BD8-2200-D609-5A5E7969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87577-9767-F364-DC69-E7A9DFF7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3E9FC-E9BE-025C-3E43-A4F5D2B8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1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6380-AB95-F713-EABA-B09FF23B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D1435-59A4-DFE1-D9D1-1F853734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23AEE-0F98-089E-B5C2-22B20501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288CD-C7A9-F5FC-E1F9-BCE4E7CB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090CC-59E3-65EE-D540-BD3CD44D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B50DB-CBE7-F213-B13A-3747ADEC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3CA5-7CAF-9B04-3390-B1EEF1D6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975B-E404-1415-7441-82194731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31907-6476-9DA9-220B-D879B9F5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 sz="28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 sz="2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 sz="20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 sz="20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DBEC9-9D02-DE8E-13F4-DEB14F127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7A82D-799E-037C-A0DE-49D05179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66A5B-341D-B411-18D4-92719C9B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4DC48-83EE-A8C0-80FC-D85DB2D3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1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49BD-CA94-0C48-5A70-3E2B95B1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42ABD-6457-873D-FB87-EEDD5B561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4A10E-6C90-4B5F-C727-324F47CF1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0994B-3ED2-54F2-40BF-36161AEC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37616-D15A-AB00-B751-3E56BC06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57D7B-2C69-4144-F7C3-017B0782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9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CDBB-6D8C-542C-EDF7-1C849072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1AC23-A307-4874-34A2-51BADAD11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8A75D-3B8F-E8EF-17C7-D426754C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8AC37-6A16-151D-5409-1F2D7C06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8865-718C-89D6-A131-628CC370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5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11DE5-7852-ECB6-58AF-CB23AB502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0A348-63F9-C9AF-3496-0728065B8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>
              <a:defRPr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144A2-130E-8002-EF3B-5F8FFD9D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AA8EE2-4250-814C-BF80-82B6B7BD47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A82BA-9630-1325-5E5D-D523A8A2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F3283-EC2E-49EF-E5E3-DDFF544E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B1A32A-83EA-AA4E-9529-4B4A8E41C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366EA-B3A2-F97E-421F-4A19E583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A137E-5F90-6E88-21AF-236FA3002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6C0D4BF-2355-0927-3C7E-29A9D55EB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34FD936-692D-D6C9-1889-39F205233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dirty="0"/>
              <a:t>CyberEagles</a:t>
            </a:r>
            <a:endParaRPr lang="en-US" dirty="0">
              <a:highlight>
                <a:srgbClr val="800080"/>
              </a:highlight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9E802A7-44C0-1293-89FF-06657EC85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dirty="0"/>
              <a:t>&lt;Meeting Name Here&gt;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2" name="Picture 11" descr="A purple and yellow logo&#10;&#10;AI-generated content may be incorrect.">
            <a:extLst>
              <a:ext uri="{FF2B5EF4-FFF2-40B4-BE49-F238E27FC236}">
                <a16:creationId xmlns:a16="http://schemas.microsoft.com/office/drawing/2014/main" id="{C1A43A96-F8C5-F24C-55E2-46C97956ED8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46256" y="0"/>
            <a:ext cx="2245743" cy="224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Menlo" panose="020B0609030804020204" pitchFamily="49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B85E-A58B-1BFC-3593-E704100C9E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</a:rPr>
              <a:t>HCIG Hardware Signal Analysis</a:t>
            </a:r>
            <a:endParaRPr lang="en-US" dirty="0">
              <a:solidFill>
                <a:srgbClr val="7030A0"/>
              </a:solidFill>
              <a:highlight>
                <a:srgbClr val="800080"/>
              </a:highlight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C697A-13E5-DB05-1DDC-CE0952C25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 Ahrens, Gabe Adams, Harrison Simpson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1B7591-6592-5C9F-00DA-02FC9760FB7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C04940-74C1-1581-98F2-9C5D4D48B8A7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9CCD2E-394F-BDB4-4DF5-9BB9F899AF0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</p:spTree>
    <p:extLst>
      <p:ext uri="{BB962C8B-B14F-4D97-AF65-F5344CB8AC3E}">
        <p14:creationId xmlns:p14="http://schemas.microsoft.com/office/powerpoint/2010/main" val="289572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AB02-5679-DD66-7CD6-A6AA1DC4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BB9B-14F8-EB9C-AB0B-244DFD0A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6989064" cy="4713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r>
              <a:rPr lang="en-US" sz="2000" dirty="0">
                <a:latin typeface="Verdana"/>
                <a:ea typeface="Verdana"/>
              </a:rPr>
              <a:t>Career Fair</a:t>
            </a:r>
          </a:p>
          <a:p>
            <a:pPr lvl="2"/>
            <a:r>
              <a:rPr lang="en-US" sz="1600" dirty="0">
                <a:latin typeface="Verdana"/>
                <a:ea typeface="Verdana"/>
              </a:rPr>
              <a:t>10am – 2pm @ Hoop Sept 17</a:t>
            </a:r>
            <a:r>
              <a:rPr lang="en-US" sz="1600" baseline="30000" dirty="0">
                <a:latin typeface="Verdana"/>
                <a:ea typeface="Verdana"/>
              </a:rPr>
              <a:t>th</a:t>
            </a:r>
            <a:r>
              <a:rPr lang="en-US" sz="1600" dirty="0">
                <a:latin typeface="Verdana"/>
                <a:ea typeface="Verdana"/>
              </a:rPr>
              <a:t> </a:t>
            </a:r>
          </a:p>
          <a:p>
            <a:pPr lvl="1"/>
            <a:endParaRPr lang="en-US" sz="2000" dirty="0">
              <a:latin typeface="Verdana"/>
              <a:ea typeface="Verdana"/>
            </a:endParaRPr>
          </a:p>
          <a:p>
            <a:pPr lvl="1"/>
            <a:r>
              <a:rPr lang="en-US" sz="2000" dirty="0">
                <a:latin typeface="Verdana"/>
                <a:ea typeface="Verdana"/>
              </a:rPr>
              <a:t>Cyber Eagles: Enumeration &amp; Windows Security</a:t>
            </a:r>
          </a:p>
          <a:p>
            <a:pPr lvl="2"/>
            <a:r>
              <a:rPr lang="en-US" sz="1600" dirty="0">
                <a:latin typeface="Verdana"/>
                <a:ea typeface="Verdana"/>
              </a:rPr>
              <a:t>11am – 12pm Bruner 327 Sept 17</a:t>
            </a:r>
            <a:r>
              <a:rPr lang="en-US" sz="1600" baseline="30000" dirty="0">
                <a:latin typeface="Verdana"/>
                <a:ea typeface="Verdana"/>
              </a:rPr>
              <a:t>th</a:t>
            </a:r>
            <a:r>
              <a:rPr lang="en-US" sz="1600" dirty="0">
                <a:latin typeface="Verdana"/>
                <a:ea typeface="Verdana"/>
              </a:rPr>
              <a:t> </a:t>
            </a:r>
          </a:p>
          <a:p>
            <a:pPr marL="914400" lvl="2" indent="0">
              <a:buNone/>
            </a:pPr>
            <a:endParaRPr lang="en-US" sz="1600" dirty="0">
              <a:latin typeface="Verdana"/>
              <a:ea typeface="Verdana"/>
            </a:endParaRPr>
          </a:p>
          <a:p>
            <a:pPr lvl="1"/>
            <a:r>
              <a:rPr lang="en-US" sz="2000" dirty="0">
                <a:latin typeface="Verdana"/>
                <a:ea typeface="Verdana"/>
              </a:rPr>
              <a:t>OCIG: Enumeration</a:t>
            </a:r>
          </a:p>
          <a:p>
            <a:pPr lvl="2"/>
            <a:r>
              <a:rPr lang="en-US" sz="1600" dirty="0">
                <a:latin typeface="Verdana"/>
                <a:ea typeface="Verdana"/>
              </a:rPr>
              <a:t>6pm – 7pm Bruner 228 Sept 17</a:t>
            </a:r>
            <a:r>
              <a:rPr lang="en-US" sz="1600" baseline="30000" dirty="0">
                <a:latin typeface="Verdana"/>
                <a:ea typeface="Verdana"/>
              </a:rPr>
              <a:t>th</a:t>
            </a:r>
            <a:r>
              <a:rPr lang="en-US" sz="1600" dirty="0">
                <a:latin typeface="Verdana"/>
                <a:ea typeface="Verdana"/>
              </a:rPr>
              <a:t> </a:t>
            </a:r>
          </a:p>
          <a:p>
            <a:pPr marL="914400" lvl="2" indent="0">
              <a:buNone/>
            </a:pPr>
            <a:endParaRPr lang="en-US" sz="1600" dirty="0">
              <a:latin typeface="Verdana"/>
              <a:ea typeface="Verdana"/>
            </a:endParaRPr>
          </a:p>
          <a:p>
            <a:pPr lvl="1"/>
            <a:r>
              <a:rPr lang="en-US" sz="2000" dirty="0">
                <a:latin typeface="Verdana"/>
                <a:ea typeface="Verdana"/>
              </a:rPr>
              <a:t>Hike to Cummins Falls Gorge</a:t>
            </a:r>
          </a:p>
          <a:p>
            <a:pPr lvl="2"/>
            <a:r>
              <a:rPr lang="en-US" sz="1600" dirty="0">
                <a:latin typeface="Verdana"/>
                <a:ea typeface="Verdana"/>
              </a:rPr>
              <a:t>10am Cummins Fall Park Sept 19</a:t>
            </a:r>
            <a:r>
              <a:rPr lang="en-US" sz="1600" baseline="30000" dirty="0">
                <a:latin typeface="Verdana"/>
                <a:ea typeface="Verdana"/>
              </a:rPr>
              <a:t>th</a:t>
            </a:r>
            <a:r>
              <a:rPr lang="en-US" sz="1600" dirty="0">
                <a:latin typeface="Verdana"/>
                <a:ea typeface="Verdana"/>
              </a:rPr>
              <a:t> </a:t>
            </a:r>
          </a:p>
          <a:p>
            <a:pPr lvl="2"/>
            <a:endParaRPr lang="en-US" sz="1600" baseline="30000" dirty="0">
              <a:latin typeface="Verdana"/>
              <a:ea typeface="Verdana"/>
            </a:endParaRPr>
          </a:p>
          <a:p>
            <a:pPr lvl="1"/>
            <a:r>
              <a:rPr lang="en-US" sz="2000" dirty="0">
                <a:latin typeface="Verdana"/>
                <a:ea typeface="Verdana"/>
              </a:rPr>
              <a:t>MITRE </a:t>
            </a:r>
            <a:r>
              <a:rPr lang="en-US" sz="2000" dirty="0" err="1">
                <a:latin typeface="Verdana"/>
                <a:ea typeface="Verdana"/>
              </a:rPr>
              <a:t>eCTF</a:t>
            </a:r>
            <a:r>
              <a:rPr lang="en-US" sz="2000" dirty="0">
                <a:latin typeface="Verdana"/>
                <a:ea typeface="Verdana"/>
              </a:rPr>
              <a:t> General Interest Meeting</a:t>
            </a:r>
          </a:p>
          <a:p>
            <a:pPr lvl="2"/>
            <a:r>
              <a:rPr lang="en-US" sz="1600" dirty="0">
                <a:latin typeface="Verdana"/>
                <a:ea typeface="Verdana"/>
              </a:rPr>
              <a:t>TBD</a:t>
            </a:r>
          </a:p>
          <a:p>
            <a:pPr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6635F-2D4A-2AA0-E80E-56604A2D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302494"/>
            <a:ext cx="3397599" cy="3397599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A3E3F75-BB0B-FA95-1AEE-C82B2FFC01B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C02388F-407A-3FD8-CA8D-A0597850A9B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D48E30F-1732-7001-BCE8-B49610B71BC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</p:spTree>
    <p:extLst>
      <p:ext uri="{BB962C8B-B14F-4D97-AF65-F5344CB8AC3E}">
        <p14:creationId xmlns:p14="http://schemas.microsoft.com/office/powerpoint/2010/main" val="61645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07A7-BDAC-AC53-B3FF-378B8E3F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A94A-B9D7-BC30-9A7A-59C03376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Overview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B576667-1078-FA59-B066-0D00B1D684C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F734153-6BD3-E019-F0A2-3929B63FAFB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A8D7D1F-FDAA-F9D9-A14B-04FF5C4D213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6BD68D5-CBE9-9FE9-0497-9D278B99B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2763779"/>
              </p:ext>
            </p:extLst>
          </p:nvPr>
        </p:nvGraphicFramePr>
        <p:xfrm>
          <a:off x="353568" y="1609344"/>
          <a:ext cx="11484864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438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E9F7-7CA8-172D-5DD4-FE8CA844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8F0A-A0E8-C29C-BB3C-B480E032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4338-F4FE-0D0D-BAB2-0EDF2667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electronic devices is similar to communication between humans. </a:t>
            </a:r>
          </a:p>
          <a:p>
            <a:r>
              <a:rPr lang="en-US" dirty="0"/>
              <a:t>Both parties need to speak the same language in order to communicate. In electronics, these languages are called </a:t>
            </a:r>
            <a:r>
              <a:rPr lang="en-US" u="sng" dirty="0"/>
              <a:t>communications protocols.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AE4C481-6D2A-C55A-1998-E65B0620119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745AA7D-E59D-6E47-8768-E4CD2DA38BD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644F7A8-3F3B-82FD-5769-3E8A39E6216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</p:spTree>
    <p:extLst>
      <p:ext uri="{BB962C8B-B14F-4D97-AF65-F5344CB8AC3E}">
        <p14:creationId xmlns:p14="http://schemas.microsoft.com/office/powerpoint/2010/main" val="259358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A2D4-B06A-9E18-66F9-7312E215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8222-CEF1-2FB9-4093-035462D8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Introduction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023AEB-9DFD-E319-3E3E-AFAF8A5184E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9D9809-D455-10F1-F8A6-3F8505C6EC8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E4A892-5D8E-40D8-9412-7201F3098C7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1582242-3416-4C01-FCDA-D6DBB3827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8408264"/>
              </p:ext>
            </p:extLst>
          </p:nvPr>
        </p:nvGraphicFramePr>
        <p:xfrm>
          <a:off x="1033162" y="1690688"/>
          <a:ext cx="9422402" cy="4433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42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3B49AC-D6C5-8F45-71AA-A5691117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0549-ACD6-4B2E-93F5-DF7041D5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8E3AC-54D7-08CC-5028-185CF6341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Serial communication used two methods:</a:t>
            </a:r>
          </a:p>
          <a:p>
            <a:pPr lvl="1"/>
            <a:r>
              <a:rPr lang="en-US" dirty="0"/>
              <a:t>Asynchronous</a:t>
            </a:r>
          </a:p>
          <a:p>
            <a:pPr lvl="1"/>
            <a:r>
              <a:rPr lang="en-US" dirty="0"/>
              <a:t>Synchronous</a:t>
            </a:r>
          </a:p>
          <a:p>
            <a:r>
              <a:rPr lang="en-US" dirty="0"/>
              <a:t>Asynchronous:</a:t>
            </a:r>
          </a:p>
          <a:p>
            <a:pPr lvl="1"/>
            <a:r>
              <a:rPr lang="en-US" dirty="0"/>
              <a:t>Transfers single byte at a time</a:t>
            </a:r>
          </a:p>
          <a:p>
            <a:pPr lvl="1"/>
            <a:r>
              <a:rPr lang="en-US" dirty="0"/>
              <a:t>No need of clock signal</a:t>
            </a:r>
          </a:p>
          <a:p>
            <a:pPr lvl="1"/>
            <a:r>
              <a:rPr lang="en-US" dirty="0"/>
              <a:t>Example: UART (</a:t>
            </a:r>
            <a:r>
              <a:rPr lang="en-US" u="sng" dirty="0"/>
              <a:t>U</a:t>
            </a:r>
            <a:r>
              <a:rPr lang="en-US" dirty="0"/>
              <a:t>niversal </a:t>
            </a:r>
            <a:r>
              <a:rPr lang="en-US" u="sng" dirty="0"/>
              <a:t>A</a:t>
            </a:r>
            <a:r>
              <a:rPr lang="en-US" dirty="0"/>
              <a:t>synchronous </a:t>
            </a:r>
            <a:r>
              <a:rPr lang="en-US" u="sng" dirty="0"/>
              <a:t>R</a:t>
            </a:r>
            <a:r>
              <a:rPr lang="en-US" dirty="0"/>
              <a:t>eceiver </a:t>
            </a:r>
            <a:r>
              <a:rPr lang="en-US" u="sng" dirty="0"/>
              <a:t>T</a:t>
            </a:r>
            <a:r>
              <a:rPr lang="en-US" dirty="0"/>
              <a:t>ransmitter)</a:t>
            </a:r>
          </a:p>
          <a:p>
            <a:r>
              <a:rPr lang="en-US" dirty="0"/>
              <a:t>Synchronous</a:t>
            </a:r>
          </a:p>
          <a:p>
            <a:pPr lvl="1"/>
            <a:r>
              <a:rPr lang="en-US" dirty="0"/>
              <a:t>Transfers a block of data (characters) at a time.</a:t>
            </a:r>
          </a:p>
          <a:p>
            <a:pPr lvl="1"/>
            <a:r>
              <a:rPr lang="en-US" dirty="0"/>
              <a:t>Requires a clock signal</a:t>
            </a:r>
          </a:p>
          <a:p>
            <a:pPr lvl="1"/>
            <a:r>
              <a:rPr lang="en-US" dirty="0"/>
              <a:t>Example: SPI (</a:t>
            </a:r>
            <a:r>
              <a:rPr lang="en-US" u="sng" dirty="0"/>
              <a:t>S</a:t>
            </a:r>
            <a:r>
              <a:rPr lang="en-US" dirty="0"/>
              <a:t>erial </a:t>
            </a:r>
            <a:r>
              <a:rPr lang="en-US" u="sng" dirty="0"/>
              <a:t>P</a:t>
            </a:r>
            <a:r>
              <a:rPr lang="en-US" dirty="0"/>
              <a:t>eripheral </a:t>
            </a:r>
            <a:r>
              <a:rPr lang="en-US" u="sng" dirty="0"/>
              <a:t>I</a:t>
            </a:r>
            <a:r>
              <a:rPr lang="en-US" dirty="0"/>
              <a:t>nterface), I2C (</a:t>
            </a:r>
            <a:r>
              <a:rPr lang="en-US" u="sng" dirty="0"/>
              <a:t>I</a:t>
            </a:r>
            <a:r>
              <a:rPr lang="en-US" dirty="0"/>
              <a:t>nter </a:t>
            </a:r>
            <a:r>
              <a:rPr lang="en-US" u="sng" dirty="0"/>
              <a:t>I</a:t>
            </a:r>
            <a:r>
              <a:rPr lang="en-US" dirty="0"/>
              <a:t>ntegrated </a:t>
            </a:r>
            <a:r>
              <a:rPr lang="en-US" u="sng" dirty="0"/>
              <a:t>C</a:t>
            </a:r>
            <a:r>
              <a:rPr lang="en-US" dirty="0"/>
              <a:t>ircuit).</a:t>
            </a:r>
          </a:p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1D0AFCF-5A9F-FD7E-D80B-B70C48B3A98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7B715FE-9628-71EF-9398-90B732766D8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474329E-131E-F006-0F76-850930D3B0E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</p:spTree>
    <p:extLst>
      <p:ext uri="{BB962C8B-B14F-4D97-AF65-F5344CB8AC3E}">
        <p14:creationId xmlns:p14="http://schemas.microsoft.com/office/powerpoint/2010/main" val="439277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8AA8-5F13-ED05-4990-4AD8E4C3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1BD2-44A8-4F9C-EED9-0F7CF315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Introduction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A7C3A14-E6AA-F42A-B521-F1A2E64C261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40B2625-8992-F0AC-2712-5BE1402E0CA2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7BB4B93-2DDF-8451-EBFE-B21DC87B536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01CE79-0F9C-1347-F487-1058CFAD0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5669425"/>
              </p:ext>
            </p:extLst>
          </p:nvPr>
        </p:nvGraphicFramePr>
        <p:xfrm>
          <a:off x="838200" y="886968"/>
          <a:ext cx="10515600" cy="5289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19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50CA-352C-A932-95C8-5BE9AAA8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DE11-342B-EF6D-E3B7-366E2718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UART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B25867A-1CC8-5666-BF16-3C6CDFDD337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3B1EBE2-6402-D3C9-EA03-83EAA29CAE21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2FF68E-5446-D4E0-7E30-29964720EB1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A80F2-0887-95EA-D2E4-875679B6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2" y="1825625"/>
            <a:ext cx="5540136" cy="43031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UART Communication, two UARTs communicate directly with each other</a:t>
            </a:r>
          </a:p>
          <a:p>
            <a:r>
              <a:rPr lang="en-US" dirty="0"/>
              <a:t>Only two wires are needed to transmit and receive data.</a:t>
            </a:r>
          </a:p>
          <a:p>
            <a:pPr lvl="1"/>
            <a:r>
              <a:rPr lang="en-US" dirty="0"/>
              <a:t>Tx -&gt; Rx</a:t>
            </a:r>
          </a:p>
          <a:p>
            <a:pPr lvl="1"/>
            <a:r>
              <a:rPr lang="en-US" dirty="0"/>
              <a:t>Rx &lt;- Tx</a:t>
            </a:r>
          </a:p>
          <a:p>
            <a:r>
              <a:rPr lang="en-US" dirty="0"/>
              <a:t>Instead of a clock signal, the transmitting UART adds start and stop bits to data packets. </a:t>
            </a:r>
          </a:p>
          <a:p>
            <a:pPr lvl="1"/>
            <a:r>
              <a:rPr lang="en-US" dirty="0"/>
              <a:t>The bits at the beginning and end of these packets say when to start reading/stop reading</a:t>
            </a:r>
          </a:p>
        </p:txBody>
      </p:sp>
      <p:pic>
        <p:nvPicPr>
          <p:cNvPr id="8" name="Picture 7" descr="Basics of UART Communication">
            <a:extLst>
              <a:ext uri="{FF2B5EF4-FFF2-40B4-BE49-F238E27FC236}">
                <a16:creationId xmlns:a16="http://schemas.microsoft.com/office/drawing/2014/main" id="{1BE3067A-D4BA-321B-2247-603A68FC7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56702"/>
            <a:ext cx="5968772" cy="30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1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7478-BD4E-939A-3133-D2430416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6464-2EE5-256F-BC63-978D8841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UART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EBC92C-21AE-7783-A3D9-8E3B5577067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85CF603-0366-ED1A-B7CE-DBFBB452DC3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FDB894-0F6C-B64C-4992-482E8987614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19B3F-D8D4-6928-C26F-6CE63DC1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2" y="1825625"/>
            <a:ext cx="5191470" cy="4303140"/>
          </a:xfrm>
        </p:spPr>
        <p:txBody>
          <a:bodyPr>
            <a:normAutofit/>
          </a:bodyPr>
          <a:lstStyle/>
          <a:p>
            <a:r>
              <a:rPr lang="en-US" dirty="0"/>
              <a:t>After the UART receives the data from another source, it then adds a start bit, a parity bit, and a stop bit(s) to the packet.</a:t>
            </a:r>
          </a:p>
          <a:p>
            <a:r>
              <a:rPr lang="en-US" dirty="0"/>
              <a:t>The packet is then output serially, bit by bit at the Tx pin to the Rx pin on another board. </a:t>
            </a:r>
          </a:p>
          <a:p>
            <a:r>
              <a:rPr lang="en-US" dirty="0"/>
              <a:t>This Rx pin then transforms this packet back into </a:t>
            </a:r>
          </a:p>
        </p:txBody>
      </p:sp>
      <p:pic>
        <p:nvPicPr>
          <p:cNvPr id="12" name="Picture 11" descr="UART Communication Protocol and How It Works">
            <a:extLst>
              <a:ext uri="{FF2B5EF4-FFF2-40B4-BE49-F238E27FC236}">
                <a16:creationId xmlns:a16="http://schemas.microsoft.com/office/drawing/2014/main" id="{B72A588B-79B1-1CCE-227D-2C2E67134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2019807"/>
            <a:ext cx="61912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02C1-148E-6CD4-B89D-496BE755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A8CE-6292-F2B1-50E2-3679C31A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UART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5E18B91-9C8C-76BB-E951-F797E4386C6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2B62DE-27E2-74FF-261A-BA5F6D23184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9FE05EA-AF59-B047-7579-6923FE689E4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pic>
        <p:nvPicPr>
          <p:cNvPr id="12" name="Picture 11" descr="I2C, UART and SPI: comparison of advantages and limitations">
            <a:extLst>
              <a:ext uri="{FF2B5EF4-FFF2-40B4-BE49-F238E27FC236}">
                <a16:creationId xmlns:a16="http://schemas.microsoft.com/office/drawing/2014/main" id="{1FCCB847-7BD5-AFD0-1AD0-5F7592CC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328" y="2069328"/>
            <a:ext cx="8571344" cy="362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4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57E8-0C85-62CA-BCFC-5986FA003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F48153-5E5A-138A-31DD-E3619BEE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09" y="1583659"/>
            <a:ext cx="5433268" cy="4681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66364A-BD9C-C3FA-9990-E5C0BF3C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</a:rPr>
              <a:t>Lab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7716-10F7-0CB1-C05D-4EFC7F72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257" y="1914049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Follow setup instructions found in Discord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View UART Communication via Saleae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732032E-B5CC-9AF7-DA3E-13B42DC4AE0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2219FB-5A54-AA3D-6AD5-63C5913FE3E1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97C6E4E-6732-979B-5F37-E9ABA531D94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9ED7F6-C600-582E-8091-41C9EB7BE8EB}"/>
              </a:ext>
            </a:extLst>
          </p:cNvPr>
          <p:cNvSpPr/>
          <p:nvPr/>
        </p:nvSpPr>
        <p:spPr>
          <a:xfrm>
            <a:off x="4544568" y="2242140"/>
            <a:ext cx="1387209" cy="1218534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DAEEB-EFAC-5A67-5DB2-FCCA51315D2D}"/>
              </a:ext>
            </a:extLst>
          </p:cNvPr>
          <p:cNvSpPr/>
          <p:nvPr/>
        </p:nvSpPr>
        <p:spPr>
          <a:xfrm>
            <a:off x="4314213" y="1992757"/>
            <a:ext cx="1217907" cy="2493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F9FA21-8B50-D1FB-8E8F-D72B768AA4AC}"/>
              </a:ext>
            </a:extLst>
          </p:cNvPr>
          <p:cNvSpPr/>
          <p:nvPr/>
        </p:nvSpPr>
        <p:spPr>
          <a:xfrm>
            <a:off x="4544568" y="4856006"/>
            <a:ext cx="1387209" cy="785842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1CA137-D85D-8CB6-5933-02CA455C244D}"/>
              </a:ext>
            </a:extLst>
          </p:cNvPr>
          <p:cNvSpPr/>
          <p:nvPr/>
        </p:nvSpPr>
        <p:spPr>
          <a:xfrm>
            <a:off x="4232286" y="4375715"/>
            <a:ext cx="1699491" cy="4802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17A62-4F9F-DE2B-689D-02BE87D14513}"/>
              </a:ext>
            </a:extLst>
          </p:cNvPr>
          <p:cNvSpPr/>
          <p:nvPr/>
        </p:nvSpPr>
        <p:spPr>
          <a:xfrm>
            <a:off x="498510" y="4734086"/>
            <a:ext cx="1193132" cy="907762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CB1230-205C-4C6E-4538-BE6F52221602}"/>
              </a:ext>
            </a:extLst>
          </p:cNvPr>
          <p:cNvSpPr/>
          <p:nvPr/>
        </p:nvSpPr>
        <p:spPr>
          <a:xfrm>
            <a:off x="498509" y="2299955"/>
            <a:ext cx="1193132" cy="973597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A7C3BE-3CBE-A084-D0BE-E4D1AD601AB5}"/>
              </a:ext>
            </a:extLst>
          </p:cNvPr>
          <p:cNvSpPr/>
          <p:nvPr/>
        </p:nvSpPr>
        <p:spPr>
          <a:xfrm>
            <a:off x="699285" y="4518431"/>
            <a:ext cx="1217907" cy="2493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8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2AD1-6AD8-28F7-F27E-31678255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2475-BDC8-EC98-5247-66CCF181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SPI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6F343EF-8018-41D8-9754-6D90A8DAE03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96235AC-33A7-A1FE-3382-048DEC818817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EFCDFB0-2973-34CA-B362-17F7581B6E7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482-38B2-4B6F-33E4-9C5B94F03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2" y="1825625"/>
            <a:ext cx="5540136" cy="43031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SPI communication, devices connecting are in a master-slave relationship</a:t>
            </a:r>
          </a:p>
          <a:p>
            <a:r>
              <a:rPr lang="en-US" dirty="0"/>
              <a:t>The master acts as the controlling device while the slave takes the instruction</a:t>
            </a:r>
          </a:p>
          <a:p>
            <a:pPr lvl="1"/>
            <a:r>
              <a:rPr lang="en-US" dirty="0"/>
              <a:t>Ex: Microcontroller -&gt; Sensor or display</a:t>
            </a:r>
          </a:p>
          <a:p>
            <a:r>
              <a:rPr lang="en-US" dirty="0"/>
              <a:t>There can be only one master device, but it can connect to multiple slave devices</a:t>
            </a:r>
          </a:p>
        </p:txBody>
      </p:sp>
      <p:pic>
        <p:nvPicPr>
          <p:cNvPr id="3" name="Picture 2" descr="Understanding Serial Peripheral Interface Communication Protocol | Campus">
            <a:extLst>
              <a:ext uri="{FF2B5EF4-FFF2-40B4-BE49-F238E27FC236}">
                <a16:creationId xmlns:a16="http://schemas.microsoft.com/office/drawing/2014/main" id="{4E5785F9-C840-42CF-C988-3DB5038C6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91" t="13872" r="11753" b="10072"/>
          <a:stretch>
            <a:fillRect/>
          </a:stretch>
        </p:blipFill>
        <p:spPr>
          <a:xfrm>
            <a:off x="6482750" y="2230293"/>
            <a:ext cx="48710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D5D3-F8FD-7603-5A8C-2A9D866B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56BC-EED9-BA41-6559-164ED940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SPI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52AD73-173A-C544-0BB9-835CAEB4FC86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EFEC7B7-7FA8-E8FF-DD95-84C8966127C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AAC26AE-EBF5-D034-FB0F-E7594DB84EC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B4932A-99E4-71CC-E6CC-244A3D7E4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5506986"/>
              </p:ext>
            </p:extLst>
          </p:nvPr>
        </p:nvGraphicFramePr>
        <p:xfrm>
          <a:off x="512064" y="1819656"/>
          <a:ext cx="9930384" cy="4416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1196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D59A-82BF-4581-3A34-2B792BC5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2C38-580D-B7AC-713E-D1304907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SPI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45407EC-1FEE-FE42-0F49-7F41C6EAE5E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9/13/2026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EA0D2E7-13AD-A874-A035-D7B2EC39BCA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BF91E0F-325B-86C1-E06E-C98530F771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pic>
        <p:nvPicPr>
          <p:cNvPr id="12" name="Picture 11" descr="I2C, UART and SPI: comparison of advantages and limitations">
            <a:extLst>
              <a:ext uri="{FF2B5EF4-FFF2-40B4-BE49-F238E27FC236}">
                <a16:creationId xmlns:a16="http://schemas.microsoft.com/office/drawing/2014/main" id="{002834F8-A260-3FFB-D96A-FE3840CD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503218"/>
            <a:ext cx="78867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4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0AE5-FEE3-EF6A-557F-C5C2E69FA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7C5A-929D-6152-817B-CEFC532D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</a:rPr>
              <a:t>Lab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2EE98-4D43-1232-5393-2A044C96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257" y="1914049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Follow setup instructions found in Discord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View SPI Communication via Saleae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145ABEA-5D1D-C997-EF19-F9D4537F4774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9/13/2026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F20AF33-E876-822C-A765-8B77309F6840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C0B4D9F-ADBD-63FC-2DDD-A2496A3E3A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339A0F-A73C-B276-DCCD-5A9FADFF7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09" y="1583659"/>
            <a:ext cx="5433268" cy="46817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9FC6E7-AC71-E037-2D09-41F82023BC84}"/>
              </a:ext>
            </a:extLst>
          </p:cNvPr>
          <p:cNvSpPr/>
          <p:nvPr/>
        </p:nvSpPr>
        <p:spPr>
          <a:xfrm>
            <a:off x="4544568" y="2196215"/>
            <a:ext cx="1387209" cy="365126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9CC93E-A005-2889-13A8-323EA20AA63C}"/>
              </a:ext>
            </a:extLst>
          </p:cNvPr>
          <p:cNvSpPr/>
          <p:nvPr/>
        </p:nvSpPr>
        <p:spPr>
          <a:xfrm>
            <a:off x="4314213" y="1992757"/>
            <a:ext cx="1217907" cy="2493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7C08B4-F3FA-554B-6CB7-39267D2F87D0}"/>
              </a:ext>
            </a:extLst>
          </p:cNvPr>
          <p:cNvSpPr/>
          <p:nvPr/>
        </p:nvSpPr>
        <p:spPr>
          <a:xfrm>
            <a:off x="4525776" y="4222940"/>
            <a:ext cx="1387209" cy="785842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823507-D19F-2DC9-ACBC-D31210D4E376}"/>
              </a:ext>
            </a:extLst>
          </p:cNvPr>
          <p:cNvSpPr/>
          <p:nvPr/>
        </p:nvSpPr>
        <p:spPr>
          <a:xfrm>
            <a:off x="4232286" y="5193793"/>
            <a:ext cx="1699491" cy="3299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50AD3-1914-7943-2F43-20D5826E3B1D}"/>
              </a:ext>
            </a:extLst>
          </p:cNvPr>
          <p:cNvSpPr/>
          <p:nvPr/>
        </p:nvSpPr>
        <p:spPr>
          <a:xfrm>
            <a:off x="498510" y="4734086"/>
            <a:ext cx="1193132" cy="274696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B3AF6F-47AC-B7B2-CE48-E67F224E4FCF}"/>
              </a:ext>
            </a:extLst>
          </p:cNvPr>
          <p:cNvSpPr/>
          <p:nvPr/>
        </p:nvSpPr>
        <p:spPr>
          <a:xfrm>
            <a:off x="498509" y="2299955"/>
            <a:ext cx="1193132" cy="973597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4EF645-62A6-1997-75FA-D0AE1D2F1FEE}"/>
              </a:ext>
            </a:extLst>
          </p:cNvPr>
          <p:cNvSpPr/>
          <p:nvPr/>
        </p:nvSpPr>
        <p:spPr>
          <a:xfrm>
            <a:off x="699285" y="4518431"/>
            <a:ext cx="1217907" cy="2493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9AE058-87E1-C55F-1B9E-7FFC49ADB29B}"/>
              </a:ext>
            </a:extLst>
          </p:cNvPr>
          <p:cNvSpPr/>
          <p:nvPr/>
        </p:nvSpPr>
        <p:spPr>
          <a:xfrm>
            <a:off x="4375266" y="2561341"/>
            <a:ext cx="1537719" cy="4092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CC119F-5803-2C22-69C9-D056E5714592}"/>
              </a:ext>
            </a:extLst>
          </p:cNvPr>
          <p:cNvSpPr/>
          <p:nvPr/>
        </p:nvSpPr>
        <p:spPr>
          <a:xfrm>
            <a:off x="538537" y="5069101"/>
            <a:ext cx="1378655" cy="2493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0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FA50-669F-9D92-13CB-CF1A9471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5BD9-A020-0ED6-E4B6-CE83D378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I2C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49F1850-CEAB-8646-A84C-E04B9B0A602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9/13/2026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9DB6247-F2E5-6492-7581-7C2641EC1068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A4EB531-FEFB-553C-B7C7-EC3FF767DEC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EF3B8-08AB-E38B-43F8-8E10BBC16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2" y="1825625"/>
            <a:ext cx="5540136" cy="4303140"/>
          </a:xfrm>
        </p:spPr>
        <p:txBody>
          <a:bodyPr>
            <a:normAutofit/>
          </a:bodyPr>
          <a:lstStyle/>
          <a:p>
            <a:r>
              <a:rPr lang="en-US" dirty="0"/>
              <a:t>I2C goes to combine the better features of SPI and UART. </a:t>
            </a:r>
          </a:p>
          <a:p>
            <a:r>
              <a:rPr lang="en-US" dirty="0"/>
              <a:t>With I2C, you can still connect multiple slaves to a single master (like SPI).</a:t>
            </a:r>
          </a:p>
          <a:p>
            <a:r>
              <a:rPr lang="en-US" dirty="0"/>
              <a:t>You can also have multiple masters controlling a single or multiple slaves.</a:t>
            </a:r>
          </a:p>
        </p:txBody>
      </p:sp>
      <p:pic>
        <p:nvPicPr>
          <p:cNvPr id="5" name="Picture 4" descr="Basics of the I2C Communication Protocol">
            <a:extLst>
              <a:ext uri="{FF2B5EF4-FFF2-40B4-BE49-F238E27FC236}">
                <a16:creationId xmlns:a16="http://schemas.microsoft.com/office/drawing/2014/main" id="{9EF872E7-4297-D78D-C8CD-BC9309689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7" y="1334114"/>
            <a:ext cx="3445204" cy="45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04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E476-2EF8-A61F-594B-F60161C6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5F5D-8E35-D938-8E63-28884E19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I2C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1F78BD6-63FF-3F63-1E67-EC4E5E5FFC9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9/13/2026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5C18A51-10EF-04AA-C668-00D8B496210E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8B10771-21FC-13AE-41D2-471B5173B9A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D291E-C9C6-54CC-6C8C-E077E6B5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2" y="1825625"/>
            <a:ext cx="10042172" cy="4303140"/>
          </a:xfrm>
        </p:spPr>
        <p:txBody>
          <a:bodyPr>
            <a:normAutofit/>
          </a:bodyPr>
          <a:lstStyle/>
          <a:p>
            <a:r>
              <a:rPr lang="en-US" dirty="0"/>
              <a:t>Data is transferred using messages. These are broken up into different parts like the following: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 descr="Basics of the I2C Communication Protocol">
            <a:extLst>
              <a:ext uri="{FF2B5EF4-FFF2-40B4-BE49-F238E27FC236}">
                <a16:creationId xmlns:a16="http://schemas.microsoft.com/office/drawing/2014/main" id="{1AEE0E96-14A7-8BD7-E2D8-34345C6CA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52" y="3429000"/>
            <a:ext cx="9064752" cy="22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0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891B-4A6D-994C-FC82-25B6903D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9B74-C18A-A45D-EF36-2AA29351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  <a:cs typeface="Menlo" panose="020B0609030804020204" pitchFamily="49" charset="0"/>
              </a:rPr>
              <a:t>I2C Communication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C3305F5-8498-F51A-1382-74CC9A1B2E4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9/13/2026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5C9029A-1D66-2A18-1595-F177D3782C52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7929A10-489B-DCF1-8CDB-36B0F73C0F0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pic>
        <p:nvPicPr>
          <p:cNvPr id="6" name="Content Placeholder 5" descr="I2C, UART and SPI: comparison of advantages and limitations">
            <a:extLst>
              <a:ext uri="{FF2B5EF4-FFF2-40B4-BE49-F238E27FC236}">
                <a16:creationId xmlns:a16="http://schemas.microsoft.com/office/drawing/2014/main" id="{07042714-33A3-2418-6FD9-98D9A7D07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262" y="1773936"/>
            <a:ext cx="8317476" cy="445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1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8FF4-4FAC-ED54-FDC7-432569E3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42F-CAAB-D10D-1AB0-408F6B2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</a:rPr>
              <a:t>Lab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2D0EB-2C37-17CF-B7D6-DE3FE484F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257" y="1914049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Follow setup instructions in Discord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View I2C Communication via Saleae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master SDA/SCL is I2C_C_SDA &amp; I2C_C_SCL (C for Controller)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slave SDA/SCL is I2C_P_SDA &amp; I2C_P_SCL (P for peripheral)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386933A-CDE5-A26B-34BA-DA6E8BECE6F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A784A0-72C7-9AE9-7AD5-AA8F60246140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F671BCC-C054-8520-9E44-58836E5F8E4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Hardware Signal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6484DA-5B2C-E994-479A-FF5D42EA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09" y="1583659"/>
            <a:ext cx="5433268" cy="468172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ABC0334-4A6E-AD46-F7C4-FFDC28EC5BD8}"/>
              </a:ext>
            </a:extLst>
          </p:cNvPr>
          <p:cNvSpPr/>
          <p:nvPr/>
        </p:nvSpPr>
        <p:spPr>
          <a:xfrm>
            <a:off x="4314213" y="1992756"/>
            <a:ext cx="1617564" cy="5584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27F3B2-71FA-61E0-BF4A-D03560C1BDC5}"/>
              </a:ext>
            </a:extLst>
          </p:cNvPr>
          <p:cNvSpPr/>
          <p:nvPr/>
        </p:nvSpPr>
        <p:spPr>
          <a:xfrm>
            <a:off x="4544567" y="4306825"/>
            <a:ext cx="1387209" cy="1189037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AA2B83-D485-0280-6D37-30F389C4CD9E}"/>
              </a:ext>
            </a:extLst>
          </p:cNvPr>
          <p:cNvSpPr/>
          <p:nvPr/>
        </p:nvSpPr>
        <p:spPr>
          <a:xfrm>
            <a:off x="498509" y="5043788"/>
            <a:ext cx="1193132" cy="274696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BFF00C-E06F-FCF0-28EF-9ACC1A7DF7FF}"/>
              </a:ext>
            </a:extLst>
          </p:cNvPr>
          <p:cNvSpPr/>
          <p:nvPr/>
        </p:nvSpPr>
        <p:spPr>
          <a:xfrm>
            <a:off x="529985" y="4518431"/>
            <a:ext cx="1387208" cy="4343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5385B3-32BB-59AA-857B-0C58E9B1864B}"/>
              </a:ext>
            </a:extLst>
          </p:cNvPr>
          <p:cNvSpPr/>
          <p:nvPr/>
        </p:nvSpPr>
        <p:spPr>
          <a:xfrm>
            <a:off x="4544568" y="2576611"/>
            <a:ext cx="1387209" cy="696941"/>
          </a:xfrm>
          <a:prstGeom prst="rect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9F5C62-22AD-7AD1-F0B5-81F3DC814355}"/>
              </a:ext>
            </a:extLst>
          </p:cNvPr>
          <p:cNvSpPr/>
          <p:nvPr/>
        </p:nvSpPr>
        <p:spPr>
          <a:xfrm>
            <a:off x="498509" y="2401065"/>
            <a:ext cx="1387208" cy="4343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0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06919-8C31-E05D-278A-9C04DCC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BE1D-A199-C974-08AC-1C10526F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800080"/>
                </a:highlight>
              </a:rPr>
              <a:t>Join Us!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688E80C-E412-607A-2320-7139CC72E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83" y="2350006"/>
            <a:ext cx="2902458" cy="29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7DB832-894F-5F7C-0440-62799D57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50006"/>
            <a:ext cx="2902458" cy="290245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9C3950E-EED1-4CB2-079B-01F267C2C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600" y="1902266"/>
            <a:ext cx="3064000" cy="4477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Mentor Application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92EE95-1E52-3145-028F-D45519229E7B}"/>
              </a:ext>
            </a:extLst>
          </p:cNvPr>
          <p:cNvSpPr txBox="1">
            <a:spLocks/>
          </p:cNvSpPr>
          <p:nvPr/>
        </p:nvSpPr>
        <p:spPr>
          <a:xfrm>
            <a:off x="8827008" y="1920868"/>
            <a:ext cx="1555242" cy="447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Discord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CA480FA7-0A27-D871-3768-7C6116D9B2F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AA8EE2-4250-814C-BF80-82B6B7BD4706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E81523F-0427-D46C-05D3-522B2957E69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HCIG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AE82B71-024E-9940-2A84-516C5E75FF7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highlight>
                  <a:srgbClr val="800080"/>
                </a:highlight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 and Basics</a:t>
            </a:r>
          </a:p>
        </p:txBody>
      </p:sp>
    </p:spTree>
    <p:extLst>
      <p:ext uri="{BB962C8B-B14F-4D97-AF65-F5344CB8AC3E}">
        <p14:creationId xmlns:p14="http://schemas.microsoft.com/office/powerpoint/2010/main" val="158172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1B0E24-8925-4896-8FD5-A2E9BC550CDE}">
  <we:reference id="2f2765e4-7c9d-4c24-b3c4-499470ddf277" version="1.0.0.7" store="EXCatalog" storeType="EXCatalog"/>
  <we:alternateReferences>
    <we:reference id="WA104382046" version="1.0.0.7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4282CEB62ED84A8675F794C8B4A052" ma:contentTypeVersion="15" ma:contentTypeDescription="Create a new document." ma:contentTypeScope="" ma:versionID="c3e13dd207a201a1e15655e2be8922af">
  <xsd:schema xmlns:xsd="http://www.w3.org/2001/XMLSchema" xmlns:xs="http://www.w3.org/2001/XMLSchema" xmlns:p="http://schemas.microsoft.com/office/2006/metadata/properties" xmlns:ns3="11bd60b4-c011-4e10-9445-a5f862b0fc7b" xmlns:ns4="d5e0f5b8-b6f0-43d1-8a75-a0d52b30a11c" targetNamespace="http://schemas.microsoft.com/office/2006/metadata/properties" ma:root="true" ma:fieldsID="09bdaaf6f09dc0dae9c8759f29970193" ns3:_="" ns4:_="">
    <xsd:import namespace="11bd60b4-c011-4e10-9445-a5f862b0fc7b"/>
    <xsd:import namespace="d5e0f5b8-b6f0-43d1-8a75-a0d52b30a1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bd60b4-c011-4e10-9445-a5f862b0fc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0f5b8-b6f0-43d1-8a75-a0d52b30a1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bd60b4-c011-4e10-9445-a5f862b0fc7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E896BE-DD42-4EA1-A561-B74073AD51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bd60b4-c011-4e10-9445-a5f862b0fc7b"/>
    <ds:schemaRef ds:uri="d5e0f5b8-b6f0-43d1-8a75-a0d52b30a1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166280-F571-46DC-B41B-94DFB35FA86A}">
  <ds:schemaRefs>
    <ds:schemaRef ds:uri="http://schemas.microsoft.com/office/2006/documentManagement/types"/>
    <ds:schemaRef ds:uri="11bd60b4-c011-4e10-9445-a5f862b0fc7b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d5e0f5b8-b6f0-43d1-8a75-a0d52b30a11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7498DE9-42D2-484A-BFC7-9829A8EA1FD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6fecaf8-3dc0-4d2c-b8b8-eff0ddea46f0}" enabled="0" method="" siteId="{66fecaf8-3dc0-4d2c-b8b8-eff0ddea46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HCIG_Week1</Template>
  <TotalTime>214</TotalTime>
  <Words>792</Words>
  <Application>Microsoft Office PowerPoint</Application>
  <PresentationFormat>Widescreen</PresentationFormat>
  <Paragraphs>165</Paragraphs>
  <Slides>20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Cascadia Code</vt:lpstr>
      <vt:lpstr>Menlo</vt:lpstr>
      <vt:lpstr>Verdana</vt:lpstr>
      <vt:lpstr>Office Theme</vt:lpstr>
      <vt:lpstr>HCIG Hardware Signal Analysis</vt:lpstr>
      <vt:lpstr>Announcements</vt:lpstr>
      <vt:lpstr>Overview</vt:lpstr>
      <vt:lpstr>Introduction</vt:lpstr>
      <vt:lpstr>Introduction</vt:lpstr>
      <vt:lpstr>Introduction</vt:lpstr>
      <vt:lpstr>Introduction</vt:lpstr>
      <vt:lpstr>UART Communication</vt:lpstr>
      <vt:lpstr>UART Communication</vt:lpstr>
      <vt:lpstr>UART Communication</vt:lpstr>
      <vt:lpstr>Lab #1</vt:lpstr>
      <vt:lpstr>SPI Communication</vt:lpstr>
      <vt:lpstr>SPI Communication</vt:lpstr>
      <vt:lpstr>SPI Communication</vt:lpstr>
      <vt:lpstr>Lab #2</vt:lpstr>
      <vt:lpstr>I2C Communication</vt:lpstr>
      <vt:lpstr>I2C Communication</vt:lpstr>
      <vt:lpstr>I2C Communication</vt:lpstr>
      <vt:lpstr>Lab #3</vt:lpstr>
      <vt:lpstr>Join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Ahrens, Ty (thahrens42)</dc:creator>
  <cp:lastModifiedBy>Ahrens, Ty (thahrens42)</cp:lastModifiedBy>
  <cp:revision>2</cp:revision>
  <dcterms:created xsi:type="dcterms:W3CDTF">2026-09-14T02:36:32Z</dcterms:created>
  <dcterms:modified xsi:type="dcterms:W3CDTF">2026-09-15T21:21:03Z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0x010100E74282CEB62ED84A8675F794C8B4A052</vt:lpwstr>
  </property>
  <property fmtid="{D5CDD505-2E9C-101B-9397-08002B2CF9AE}" pid="3" name="MediaServiceImageTags">
    <vt:lpwstr/>
  </property>
</Properties>
</file>